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60" r:id="rId5"/>
    <p:sldId id="259" r:id="rId6"/>
    <p:sldId id="261" r:id="rId7"/>
    <p:sldId id="262" r:id="rId8"/>
    <p:sldId id="263" r:id="rId9"/>
    <p:sldId id="265" r:id="rId10"/>
    <p:sldId id="266" r:id="rId11"/>
    <p:sldId id="264" r:id="rId12"/>
    <p:sldId id="267" r:id="rId13"/>
    <p:sldId id="268" r:id="rId14"/>
    <p:sldId id="269" r:id="rId15"/>
    <p:sldId id="270" r:id="rId16"/>
    <p:sldId id="272" r:id="rId17"/>
    <p:sldId id="273" r:id="rId18"/>
    <p:sldId id="276" r:id="rId19"/>
    <p:sldId id="275" r:id="rId20"/>
    <p:sldId id="274" r:id="rId21"/>
    <p:sldId id="271" r:id="rId22"/>
  </p:sldIdLst>
  <p:sldSz cx="12192000" cy="6858000"/>
  <p:notesSz cx="6858000" cy="9144000"/>
  <p:defaultTex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54283-FDB5-4502-8E0E-B1B085FD2F71}" type="datetimeFigureOut">
              <a:rPr lang="en-AG" smtClean="0"/>
              <a:t>11/11/2025</a:t>
            </a:fld>
            <a:endParaRPr lang="en-A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ED05AB-ADC5-4E7C-B0CC-153256025246}" type="slidenum">
              <a:rPr lang="en-AG" smtClean="0"/>
              <a:t>‹#›</a:t>
            </a:fld>
            <a:endParaRPr lang="en-AG"/>
          </a:p>
        </p:txBody>
      </p:sp>
    </p:spTree>
    <p:extLst>
      <p:ext uri="{BB962C8B-B14F-4D97-AF65-F5344CB8AC3E}">
        <p14:creationId xmlns:p14="http://schemas.microsoft.com/office/powerpoint/2010/main" val="36321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ED05AB-ADC5-4E7C-B0CC-153256025246}" type="slidenum">
              <a:rPr lang="en-AG" smtClean="0"/>
              <a:t>6</a:t>
            </a:fld>
            <a:endParaRPr lang="en-AG"/>
          </a:p>
        </p:txBody>
      </p:sp>
    </p:spTree>
    <p:extLst>
      <p:ext uri="{BB962C8B-B14F-4D97-AF65-F5344CB8AC3E}">
        <p14:creationId xmlns:p14="http://schemas.microsoft.com/office/powerpoint/2010/main" val="1718444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C7EB2-D48C-5D5E-2450-2AF829657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G"/>
          </a:p>
        </p:txBody>
      </p:sp>
      <p:sp>
        <p:nvSpPr>
          <p:cNvPr id="3" name="Subtitle 2">
            <a:extLst>
              <a:ext uri="{FF2B5EF4-FFF2-40B4-BE49-F238E27FC236}">
                <a16:creationId xmlns:a16="http://schemas.microsoft.com/office/drawing/2014/main" id="{919D3636-CCCE-4DD4-0FF5-812C6A680E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G"/>
          </a:p>
        </p:txBody>
      </p:sp>
      <p:sp>
        <p:nvSpPr>
          <p:cNvPr id="4" name="Date Placeholder 3">
            <a:extLst>
              <a:ext uri="{FF2B5EF4-FFF2-40B4-BE49-F238E27FC236}">
                <a16:creationId xmlns:a16="http://schemas.microsoft.com/office/drawing/2014/main" id="{5EB77592-42CB-2035-2C21-A92763CB0C3E}"/>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770326B5-4AED-E594-B396-EDAA452E122F}"/>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80832277-510B-1E8E-745B-81F651E7293B}"/>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036519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44A0-EE79-EC1E-1FD1-1B26CD7B4925}"/>
              </a:ext>
            </a:extLst>
          </p:cNvPr>
          <p:cNvSpPr>
            <a:spLocks noGrp="1"/>
          </p:cNvSpPr>
          <p:nvPr>
            <p:ph type="title"/>
          </p:nvPr>
        </p:nvSpPr>
        <p:spPr/>
        <p:txBody>
          <a:bodyPr/>
          <a:lstStyle/>
          <a:p>
            <a:r>
              <a:rPr lang="en-US"/>
              <a:t>Click to edit Master title style</a:t>
            </a:r>
            <a:endParaRPr lang="en-AG"/>
          </a:p>
        </p:txBody>
      </p:sp>
      <p:sp>
        <p:nvSpPr>
          <p:cNvPr id="3" name="Content Placeholder 2">
            <a:extLst>
              <a:ext uri="{FF2B5EF4-FFF2-40B4-BE49-F238E27FC236}">
                <a16:creationId xmlns:a16="http://schemas.microsoft.com/office/drawing/2014/main" id="{2EA1EF88-4190-30D5-02C1-F0E9FC4E6E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19B250F5-DF1B-AFA9-0BE3-6C16A144900E}"/>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BEDCD5D1-9431-3FEC-9EED-A27733F2F7CE}"/>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A749132A-1B5D-EA43-156E-B9C5786C9E85}"/>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572026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E534-C6D2-4B3E-71F1-B9668BB881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G"/>
          </a:p>
        </p:txBody>
      </p:sp>
      <p:sp>
        <p:nvSpPr>
          <p:cNvPr id="3" name="Text Placeholder 2">
            <a:extLst>
              <a:ext uri="{FF2B5EF4-FFF2-40B4-BE49-F238E27FC236}">
                <a16:creationId xmlns:a16="http://schemas.microsoft.com/office/drawing/2014/main" id="{EECA0CA2-CCE8-EB60-FB55-E3423623C8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6A87A3-F279-C11A-5483-65BFE4BF30A3}"/>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9A173D60-5C95-78F6-0FF1-7A821CBF17CC}"/>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C4E15E74-3A17-693D-ACEB-95CEA458B1F9}"/>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295847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3A63-E272-CD7A-AA4D-810213E91057}"/>
              </a:ext>
            </a:extLst>
          </p:cNvPr>
          <p:cNvSpPr>
            <a:spLocks noGrp="1"/>
          </p:cNvSpPr>
          <p:nvPr>
            <p:ph type="title"/>
          </p:nvPr>
        </p:nvSpPr>
        <p:spPr/>
        <p:txBody>
          <a:bodyPr/>
          <a:lstStyle/>
          <a:p>
            <a:r>
              <a:rPr lang="en-US"/>
              <a:t>Click to edit Master title style</a:t>
            </a:r>
            <a:endParaRPr lang="en-AG"/>
          </a:p>
        </p:txBody>
      </p:sp>
      <p:sp>
        <p:nvSpPr>
          <p:cNvPr id="3" name="Content Placeholder 2">
            <a:extLst>
              <a:ext uri="{FF2B5EF4-FFF2-40B4-BE49-F238E27FC236}">
                <a16:creationId xmlns:a16="http://schemas.microsoft.com/office/drawing/2014/main" id="{B7E04048-342C-E064-C348-F3F4DA401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Content Placeholder 3">
            <a:extLst>
              <a:ext uri="{FF2B5EF4-FFF2-40B4-BE49-F238E27FC236}">
                <a16:creationId xmlns:a16="http://schemas.microsoft.com/office/drawing/2014/main" id="{9454480E-0830-35DF-7CEF-EF0EBE24F8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5" name="Date Placeholder 4">
            <a:extLst>
              <a:ext uri="{FF2B5EF4-FFF2-40B4-BE49-F238E27FC236}">
                <a16:creationId xmlns:a16="http://schemas.microsoft.com/office/drawing/2014/main" id="{E8D7EEA6-3641-F875-41BA-11969DEF5A9F}"/>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6" name="Footer Placeholder 5">
            <a:extLst>
              <a:ext uri="{FF2B5EF4-FFF2-40B4-BE49-F238E27FC236}">
                <a16:creationId xmlns:a16="http://schemas.microsoft.com/office/drawing/2014/main" id="{FE421789-20E0-098C-C624-43BB7BE014C6}"/>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A596496C-B16B-64FF-A73A-A5B01E0B841E}"/>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56892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93CA-C455-D7C6-F8A9-88B18B53897A}"/>
              </a:ext>
            </a:extLst>
          </p:cNvPr>
          <p:cNvSpPr>
            <a:spLocks noGrp="1"/>
          </p:cNvSpPr>
          <p:nvPr>
            <p:ph type="title"/>
          </p:nvPr>
        </p:nvSpPr>
        <p:spPr>
          <a:xfrm>
            <a:off x="839788" y="365125"/>
            <a:ext cx="10515600" cy="1325563"/>
          </a:xfrm>
        </p:spPr>
        <p:txBody>
          <a:bodyPr/>
          <a:lstStyle/>
          <a:p>
            <a:r>
              <a:rPr lang="en-US"/>
              <a:t>Click to edit Master title style</a:t>
            </a:r>
            <a:endParaRPr lang="en-AG"/>
          </a:p>
        </p:txBody>
      </p:sp>
      <p:sp>
        <p:nvSpPr>
          <p:cNvPr id="3" name="Text Placeholder 2">
            <a:extLst>
              <a:ext uri="{FF2B5EF4-FFF2-40B4-BE49-F238E27FC236}">
                <a16:creationId xmlns:a16="http://schemas.microsoft.com/office/drawing/2014/main" id="{95E2DDD7-7A88-AEED-B1BE-338A67EAD9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37402A-6E62-AA97-7562-7DB41943D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5" name="Text Placeholder 4">
            <a:extLst>
              <a:ext uri="{FF2B5EF4-FFF2-40B4-BE49-F238E27FC236}">
                <a16:creationId xmlns:a16="http://schemas.microsoft.com/office/drawing/2014/main" id="{36CC846D-E8D7-FE6E-FE32-3D585B70B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E4E673-ABF7-01DC-7B99-28A6C846AB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7" name="Date Placeholder 6">
            <a:extLst>
              <a:ext uri="{FF2B5EF4-FFF2-40B4-BE49-F238E27FC236}">
                <a16:creationId xmlns:a16="http://schemas.microsoft.com/office/drawing/2014/main" id="{8C5DFE00-5127-4978-2F9C-ED9A9CE9C270}"/>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8" name="Footer Placeholder 7">
            <a:extLst>
              <a:ext uri="{FF2B5EF4-FFF2-40B4-BE49-F238E27FC236}">
                <a16:creationId xmlns:a16="http://schemas.microsoft.com/office/drawing/2014/main" id="{442A1739-388B-C565-577C-6D1C0A818E8A}"/>
              </a:ext>
            </a:extLst>
          </p:cNvPr>
          <p:cNvSpPr>
            <a:spLocks noGrp="1"/>
          </p:cNvSpPr>
          <p:nvPr>
            <p:ph type="ftr" sz="quarter" idx="11"/>
          </p:nvPr>
        </p:nvSpPr>
        <p:spPr/>
        <p:txBody>
          <a:bodyPr/>
          <a:lstStyle/>
          <a:p>
            <a:endParaRPr lang="en-AG"/>
          </a:p>
        </p:txBody>
      </p:sp>
      <p:sp>
        <p:nvSpPr>
          <p:cNvPr id="9" name="Slide Number Placeholder 8">
            <a:extLst>
              <a:ext uri="{FF2B5EF4-FFF2-40B4-BE49-F238E27FC236}">
                <a16:creationId xmlns:a16="http://schemas.microsoft.com/office/drawing/2014/main" id="{DCDB5790-2F51-EB1E-20A2-813604FDA5E3}"/>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50364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8897-BA19-DA4A-6BAC-C2BD26D90533}"/>
              </a:ext>
            </a:extLst>
          </p:cNvPr>
          <p:cNvSpPr>
            <a:spLocks noGrp="1"/>
          </p:cNvSpPr>
          <p:nvPr>
            <p:ph type="title"/>
          </p:nvPr>
        </p:nvSpPr>
        <p:spPr/>
        <p:txBody>
          <a:bodyPr/>
          <a:lstStyle/>
          <a:p>
            <a:r>
              <a:rPr lang="en-US"/>
              <a:t>Click to edit Master title style</a:t>
            </a:r>
            <a:endParaRPr lang="en-AG"/>
          </a:p>
        </p:txBody>
      </p:sp>
      <p:sp>
        <p:nvSpPr>
          <p:cNvPr id="3" name="Date Placeholder 2">
            <a:extLst>
              <a:ext uri="{FF2B5EF4-FFF2-40B4-BE49-F238E27FC236}">
                <a16:creationId xmlns:a16="http://schemas.microsoft.com/office/drawing/2014/main" id="{0B1C62DB-69FB-0358-5488-C7DDA9A0051B}"/>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4" name="Footer Placeholder 3">
            <a:extLst>
              <a:ext uri="{FF2B5EF4-FFF2-40B4-BE49-F238E27FC236}">
                <a16:creationId xmlns:a16="http://schemas.microsoft.com/office/drawing/2014/main" id="{514EA322-62DB-FF8F-7DE1-6659B0BE61B8}"/>
              </a:ext>
            </a:extLst>
          </p:cNvPr>
          <p:cNvSpPr>
            <a:spLocks noGrp="1"/>
          </p:cNvSpPr>
          <p:nvPr>
            <p:ph type="ftr" sz="quarter" idx="11"/>
          </p:nvPr>
        </p:nvSpPr>
        <p:spPr/>
        <p:txBody>
          <a:bodyPr/>
          <a:lstStyle/>
          <a:p>
            <a:endParaRPr lang="en-AG"/>
          </a:p>
        </p:txBody>
      </p:sp>
      <p:sp>
        <p:nvSpPr>
          <p:cNvPr id="5" name="Slide Number Placeholder 4">
            <a:extLst>
              <a:ext uri="{FF2B5EF4-FFF2-40B4-BE49-F238E27FC236}">
                <a16:creationId xmlns:a16="http://schemas.microsoft.com/office/drawing/2014/main" id="{DAF24FCD-F12E-12AA-9EB6-19CEC7004165}"/>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202334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C9344-02F1-053A-4E97-D10A10087A20}"/>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3" name="Footer Placeholder 2">
            <a:extLst>
              <a:ext uri="{FF2B5EF4-FFF2-40B4-BE49-F238E27FC236}">
                <a16:creationId xmlns:a16="http://schemas.microsoft.com/office/drawing/2014/main" id="{06ABF644-488A-7CB7-9299-A01A0B58992E}"/>
              </a:ext>
            </a:extLst>
          </p:cNvPr>
          <p:cNvSpPr>
            <a:spLocks noGrp="1"/>
          </p:cNvSpPr>
          <p:nvPr>
            <p:ph type="ftr" sz="quarter" idx="11"/>
          </p:nvPr>
        </p:nvSpPr>
        <p:spPr/>
        <p:txBody>
          <a:bodyPr/>
          <a:lstStyle/>
          <a:p>
            <a:endParaRPr lang="en-AG"/>
          </a:p>
        </p:txBody>
      </p:sp>
      <p:sp>
        <p:nvSpPr>
          <p:cNvPr id="4" name="Slide Number Placeholder 3">
            <a:extLst>
              <a:ext uri="{FF2B5EF4-FFF2-40B4-BE49-F238E27FC236}">
                <a16:creationId xmlns:a16="http://schemas.microsoft.com/office/drawing/2014/main" id="{58C5BA1F-8041-D6FA-F256-36A7CA6C5CAC}"/>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1917265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20848-47CE-ABFF-FDB0-6250179F1B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G"/>
          </a:p>
        </p:txBody>
      </p:sp>
      <p:sp>
        <p:nvSpPr>
          <p:cNvPr id="3" name="Content Placeholder 2">
            <a:extLst>
              <a:ext uri="{FF2B5EF4-FFF2-40B4-BE49-F238E27FC236}">
                <a16:creationId xmlns:a16="http://schemas.microsoft.com/office/drawing/2014/main" id="{E48A04CE-4CE5-D167-0A58-48A7DA8AEB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Text Placeholder 3">
            <a:extLst>
              <a:ext uri="{FF2B5EF4-FFF2-40B4-BE49-F238E27FC236}">
                <a16:creationId xmlns:a16="http://schemas.microsoft.com/office/drawing/2014/main" id="{A58FC85C-4CA8-6028-0D20-EDB24E8D2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835F8F-93AB-5756-CB91-1C542F1AE512}"/>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6" name="Footer Placeholder 5">
            <a:extLst>
              <a:ext uri="{FF2B5EF4-FFF2-40B4-BE49-F238E27FC236}">
                <a16:creationId xmlns:a16="http://schemas.microsoft.com/office/drawing/2014/main" id="{2193ED3A-A6C4-F224-2B51-8716BAA23FD4}"/>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DEA040E5-EEFD-154A-46A6-CD966A661A4F}"/>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67645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0980-C1F4-5004-B47B-F8524918D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G"/>
          </a:p>
        </p:txBody>
      </p:sp>
      <p:sp>
        <p:nvSpPr>
          <p:cNvPr id="3" name="Picture Placeholder 2">
            <a:extLst>
              <a:ext uri="{FF2B5EF4-FFF2-40B4-BE49-F238E27FC236}">
                <a16:creationId xmlns:a16="http://schemas.microsoft.com/office/drawing/2014/main" id="{AED451B4-36C5-E866-0BF8-CA9B58AED7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G"/>
          </a:p>
        </p:txBody>
      </p:sp>
      <p:sp>
        <p:nvSpPr>
          <p:cNvPr id="4" name="Text Placeholder 3">
            <a:extLst>
              <a:ext uri="{FF2B5EF4-FFF2-40B4-BE49-F238E27FC236}">
                <a16:creationId xmlns:a16="http://schemas.microsoft.com/office/drawing/2014/main" id="{E4F88FE1-013C-B4E1-8715-86F1299F6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EB1BA-2F08-E6B2-B5A7-75DD62CDB298}"/>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6" name="Footer Placeholder 5">
            <a:extLst>
              <a:ext uri="{FF2B5EF4-FFF2-40B4-BE49-F238E27FC236}">
                <a16:creationId xmlns:a16="http://schemas.microsoft.com/office/drawing/2014/main" id="{1DB6C50B-FAEF-5671-09C1-DCFA26C5B44E}"/>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741B2CDB-6B39-6F30-2E03-B9404E14C5A7}"/>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1186464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DAE3-A7C3-1169-13DF-9CA7DA7D1F55}"/>
              </a:ext>
            </a:extLst>
          </p:cNvPr>
          <p:cNvSpPr>
            <a:spLocks noGrp="1"/>
          </p:cNvSpPr>
          <p:nvPr>
            <p:ph type="title"/>
          </p:nvPr>
        </p:nvSpPr>
        <p:spPr/>
        <p:txBody>
          <a:bodyPr/>
          <a:lstStyle/>
          <a:p>
            <a:r>
              <a:rPr lang="en-US"/>
              <a:t>Click to edit Master title style</a:t>
            </a:r>
            <a:endParaRPr lang="en-AG"/>
          </a:p>
        </p:txBody>
      </p:sp>
      <p:sp>
        <p:nvSpPr>
          <p:cNvPr id="3" name="Vertical Text Placeholder 2">
            <a:extLst>
              <a:ext uri="{FF2B5EF4-FFF2-40B4-BE49-F238E27FC236}">
                <a16:creationId xmlns:a16="http://schemas.microsoft.com/office/drawing/2014/main" id="{B4F4FD2A-38FE-DE55-A769-D0E3BBBD4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A4F7B2D9-7A42-7436-098D-FA4BB7D43BB3}"/>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0142DA56-4DFC-F130-9363-DFA38ABC52C5}"/>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6D3D59D8-F1EC-0616-C059-D9BF74547630}"/>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75270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745E89-EB99-0C72-60EA-6A1DA99C17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G"/>
          </a:p>
        </p:txBody>
      </p:sp>
      <p:sp>
        <p:nvSpPr>
          <p:cNvPr id="3" name="Vertical Text Placeholder 2">
            <a:extLst>
              <a:ext uri="{FF2B5EF4-FFF2-40B4-BE49-F238E27FC236}">
                <a16:creationId xmlns:a16="http://schemas.microsoft.com/office/drawing/2014/main" id="{FC2C5C65-539E-9240-8FC6-D282EEB007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BC0217F0-3C40-42CC-A4AE-851B9753F0DB}"/>
              </a:ext>
            </a:extLst>
          </p:cNvPr>
          <p:cNvSpPr>
            <a:spLocks noGrp="1"/>
          </p:cNvSpPr>
          <p:nvPr>
            <p:ph type="dt" sz="half" idx="10"/>
          </p:nvPr>
        </p:nvSpPr>
        <p:spPr/>
        <p:txBody>
          <a:body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8B4E4D5F-A184-27EA-EE8A-6DF9514BAD0D}"/>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98971190-53EB-AD92-CC30-16F26AF8358F}"/>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307406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FD8ECF-ECF2-B929-3492-23A4277CB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G"/>
          </a:p>
        </p:txBody>
      </p:sp>
      <p:sp>
        <p:nvSpPr>
          <p:cNvPr id="3" name="Text Placeholder 2">
            <a:extLst>
              <a:ext uri="{FF2B5EF4-FFF2-40B4-BE49-F238E27FC236}">
                <a16:creationId xmlns:a16="http://schemas.microsoft.com/office/drawing/2014/main" id="{F7C4879F-C397-62F1-2B5D-C5E8A102A0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91327785-B77A-4251-A7E9-BA248C4AE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5F92A-F16F-4A80-B63C-89D210F86F56}" type="datetimeFigureOut">
              <a:rPr lang="en-AG" smtClean="0"/>
              <a:t>11/11/2025</a:t>
            </a:fld>
            <a:endParaRPr lang="en-AG"/>
          </a:p>
        </p:txBody>
      </p:sp>
      <p:sp>
        <p:nvSpPr>
          <p:cNvPr id="5" name="Footer Placeholder 4">
            <a:extLst>
              <a:ext uri="{FF2B5EF4-FFF2-40B4-BE49-F238E27FC236}">
                <a16:creationId xmlns:a16="http://schemas.microsoft.com/office/drawing/2014/main" id="{348E24DE-5637-0EF8-A7E3-555E200F6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G"/>
          </a:p>
        </p:txBody>
      </p:sp>
      <p:sp>
        <p:nvSpPr>
          <p:cNvPr id="6" name="Slide Number Placeholder 5">
            <a:extLst>
              <a:ext uri="{FF2B5EF4-FFF2-40B4-BE49-F238E27FC236}">
                <a16:creationId xmlns:a16="http://schemas.microsoft.com/office/drawing/2014/main" id="{795504AC-0A86-4027-31DB-91C42764A6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358F5-E85C-4EB6-A836-801B42DA9CBB}" type="slidenum">
              <a:rPr lang="en-AG" smtClean="0"/>
              <a:t>‹#›</a:t>
            </a:fld>
            <a:endParaRPr lang="en-AG"/>
          </a:p>
        </p:txBody>
      </p:sp>
    </p:spTree>
    <p:extLst>
      <p:ext uri="{BB962C8B-B14F-4D97-AF65-F5344CB8AC3E}">
        <p14:creationId xmlns:p14="http://schemas.microsoft.com/office/powerpoint/2010/main" val="3461898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4">
            <a:extLst>
              <a:ext uri="{FF2B5EF4-FFF2-40B4-BE49-F238E27FC236}">
                <a16:creationId xmlns:a16="http://schemas.microsoft.com/office/drawing/2014/main" id="{E1B9C30B-A435-3950-7AAE-4AFE2241AC3A}"/>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4ED21C26-742F-BC7B-3F83-52B184F83ADF}"/>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8" name="Title 1">
            <a:extLst>
              <a:ext uri="{FF2B5EF4-FFF2-40B4-BE49-F238E27FC236}">
                <a16:creationId xmlns:a16="http://schemas.microsoft.com/office/drawing/2014/main" id="{06AA6221-8D53-7BB7-EFF1-F72EDBD4453A}"/>
              </a:ext>
            </a:extLst>
          </p:cNvPr>
          <p:cNvSpPr>
            <a:spLocks noGrp="1"/>
          </p:cNvSpPr>
          <p:nvPr>
            <p:ph type="ctrTitle"/>
          </p:nvPr>
        </p:nvSpPr>
        <p:spPr>
          <a:xfrm>
            <a:off x="1708150" y="420688"/>
            <a:ext cx="9191625" cy="1016000"/>
          </a:xfrm>
        </p:spPr>
        <p:txBody>
          <a:bodyPr vert="horz" wrap="square" lIns="91440" tIns="45720" rIns="91440" bIns="45720" anchor="b" anchorCtr="0"/>
          <a:lstStyle/>
          <a:p>
            <a:pPr eaLnBrk="1" hangingPunct="1">
              <a:buClrTx/>
              <a:buSzTx/>
              <a:buFontTx/>
            </a:pPr>
            <a:r>
              <a:rPr lang="en-US" altLang="en-US" sz="2800" b="1" kern="1200" dirty="0">
                <a:solidFill>
                  <a:srgbClr val="2F5496"/>
                </a:solidFill>
                <a:latin typeface="Calibri" panose="020F0502020204030204" pitchFamily="34" charset="0"/>
                <a:ea typeface="+mj-ea"/>
                <a:cs typeface="Calibri" panose="020F0502020204030204" pitchFamily="34" charset="0"/>
              </a:rPr>
              <a:t>MALLAREDDY COLLEGE OF ENGINEERING &amp; TECHNOLOGY</a:t>
            </a:r>
            <a:br>
              <a:rPr lang="en-US" altLang="en-US" sz="28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(AUTONOMUS INSTITUTION –UGC, GOVT. OF INDIA)</a:t>
            </a:r>
            <a:br>
              <a:rPr lang="en-US" altLang="en-US" sz="14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Affiliated to JNTUH; Approved by AICTE, NBA-Tier 1 &amp; NAAC with A-GRADE| ISO 9001:2015</a:t>
            </a:r>
            <a:endParaRPr lang="en-US" altLang="en-IN" sz="2000" b="1" kern="1200" dirty="0">
              <a:latin typeface="Calibri" panose="020F0502020204030204" pitchFamily="34" charset="0"/>
              <a:ea typeface="+mj-ea"/>
              <a:cs typeface="+mj-cs"/>
            </a:endParaRPr>
          </a:p>
        </p:txBody>
      </p:sp>
      <p:pic>
        <p:nvPicPr>
          <p:cNvPr id="9" name="Picture 5">
            <a:extLst>
              <a:ext uri="{FF2B5EF4-FFF2-40B4-BE49-F238E27FC236}">
                <a16:creationId xmlns:a16="http://schemas.microsoft.com/office/drawing/2014/main" id="{A400B89E-9AA5-B58B-4FB1-B402E97EE1A1}"/>
              </a:ext>
            </a:extLst>
          </p:cNvPr>
          <p:cNvPicPr>
            <a:picLocks noChangeAspect="1"/>
          </p:cNvPicPr>
          <p:nvPr/>
        </p:nvPicPr>
        <p:blipFill>
          <a:blip r:embed="rId2"/>
          <a:stretch>
            <a:fillRect/>
          </a:stretch>
        </p:blipFill>
        <p:spPr>
          <a:xfrm>
            <a:off x="301625" y="265113"/>
            <a:ext cx="1452563" cy="1452562"/>
          </a:xfrm>
          <a:prstGeom prst="rect">
            <a:avLst/>
          </a:prstGeom>
          <a:noFill/>
          <a:ln w="9525">
            <a:noFill/>
          </a:ln>
        </p:spPr>
      </p:pic>
      <p:pic>
        <p:nvPicPr>
          <p:cNvPr id="10" name="Picture 9">
            <a:extLst>
              <a:ext uri="{FF2B5EF4-FFF2-40B4-BE49-F238E27FC236}">
                <a16:creationId xmlns:a16="http://schemas.microsoft.com/office/drawing/2014/main" id="{AF8F2FCC-48A3-5F7D-8CD1-BEAABE4F28F1}"/>
              </a:ext>
            </a:extLst>
          </p:cNvPr>
          <p:cNvPicPr>
            <a:picLocks noChangeAspect="1"/>
          </p:cNvPicPr>
          <p:nvPr/>
        </p:nvPicPr>
        <p:blipFill>
          <a:blip r:embed="rId3"/>
          <a:stretch>
            <a:fillRect/>
          </a:stretch>
        </p:blipFill>
        <p:spPr>
          <a:xfrm>
            <a:off x="10545763" y="265113"/>
            <a:ext cx="1571625" cy="1573212"/>
          </a:xfrm>
          <a:prstGeom prst="rect">
            <a:avLst/>
          </a:prstGeom>
          <a:noFill/>
          <a:ln w="9525">
            <a:noFill/>
          </a:ln>
        </p:spPr>
      </p:pic>
      <p:sp>
        <p:nvSpPr>
          <p:cNvPr id="11" name="Subtitle 2">
            <a:extLst>
              <a:ext uri="{FF2B5EF4-FFF2-40B4-BE49-F238E27FC236}">
                <a16:creationId xmlns:a16="http://schemas.microsoft.com/office/drawing/2014/main" id="{60177F85-D0FF-C24D-8E8A-FEE46B4D3D55}"/>
              </a:ext>
            </a:extLst>
          </p:cNvPr>
          <p:cNvSpPr>
            <a:spLocks noGrp="1"/>
          </p:cNvSpPr>
          <p:nvPr>
            <p:ph type="subTitle" idx="1"/>
          </p:nvPr>
        </p:nvSpPr>
        <p:spPr>
          <a:xfrm>
            <a:off x="1611313" y="1939925"/>
            <a:ext cx="9385300" cy="4652963"/>
          </a:xfrm>
        </p:spPr>
        <p:txBody>
          <a:bodyPr vert="horz" wrap="square" lIns="91440" tIns="45720" rIns="91440" bIns="45720" numCol="1" anchor="t" anchorCtr="0" compatLnSpc="1">
            <a:noAutofit/>
          </a:body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en-US" altLang="en-US" sz="3200" b="1" i="0" u="none" strike="noStrike" kern="1200" cap="none" spc="0" normalizeH="0" baseline="0" noProof="0" dirty="0">
                <a:ln>
                  <a:noFill/>
                </a:ln>
                <a:solidFill>
                  <a:schemeClr val="accent6">
                    <a:lumMod val="75000"/>
                  </a:schemeClr>
                </a:solidFill>
                <a:effectLst/>
                <a:uLnTx/>
                <a:uFillTx/>
                <a:latin typeface="+mn-lt"/>
                <a:ea typeface="+mn-ea"/>
                <a:cs typeface="Calibri" panose="020F0502020204030204" pitchFamily="34" charset="0"/>
              </a:rPr>
              <a:t>Chatnslate: The Language</a:t>
            </a:r>
            <a:r>
              <a:rPr lang="en-US" altLang="en-US" sz="3200" b="1" dirty="0">
                <a:solidFill>
                  <a:schemeClr val="accent6">
                    <a:lumMod val="75000"/>
                  </a:schemeClr>
                </a:solidFill>
                <a:cs typeface="Calibri" panose="020F0502020204030204" pitchFamily="34" charset="0"/>
              </a:rPr>
              <a:t>-Free Chat Experience</a:t>
            </a:r>
            <a:endParaRPr kumimoji="0" lang="en-US" altLang="en-US" sz="3200" b="1" i="0" u="none" strike="noStrike" kern="1200" cap="none" spc="0" normalizeH="0" baseline="0" noProof="0" dirty="0">
              <a:ln>
                <a:noFill/>
              </a:ln>
              <a:solidFill>
                <a:schemeClr val="accent6">
                  <a:lumMod val="75000"/>
                </a:schemeClr>
              </a:solidFill>
              <a:effectLst/>
              <a:uLnTx/>
              <a:uFillTx/>
              <a:latin typeface="+mn-lt"/>
              <a:ea typeface="+mn-ea"/>
              <a:cs typeface="Calibri" panose="020F0502020204030204" pitchFamily="34" charset="0"/>
            </a:endParaRPr>
          </a:p>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en-IN" altLang="en-US" sz="2400" b="1" i="0" u="none" strike="noStrike" kern="1200" cap="none" spc="0" normalizeH="0" baseline="0" noProof="0" dirty="0">
                <a:ln>
                  <a:noFill/>
                </a:ln>
                <a:solidFill>
                  <a:srgbClr val="FF0000"/>
                </a:solidFill>
                <a:effectLst/>
                <a:uLnTx/>
                <a:uFillTx/>
                <a:latin typeface="+mn-lt"/>
                <a:ea typeface="+mn-ea"/>
                <a:cs typeface="+mn-cs"/>
              </a:rPr>
              <a:t>Team Members Details</a:t>
            </a:r>
          </a:p>
          <a:p>
            <a:pPr fontAlgn="base">
              <a:lnSpc>
                <a:spcPct val="50000"/>
              </a:lnSpc>
              <a:spcAft>
                <a:spcPct val="0"/>
              </a:spcAft>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1.</a:t>
            </a:r>
            <a:r>
              <a:rPr lang="en-US" dirty="0"/>
              <a:t> B. Abhaya Sri - 22N31A6627</a:t>
            </a:r>
          </a:p>
          <a:p>
            <a:pPr fontAlgn="base">
              <a:lnSpc>
                <a:spcPct val="50000"/>
              </a:lnSpc>
              <a:spcAft>
                <a:spcPct val="0"/>
              </a:spcAft>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2.</a:t>
            </a:r>
            <a:r>
              <a:rPr lang="en-US" dirty="0"/>
              <a:t> B. Nikhith       - 22N31A6629</a:t>
            </a:r>
          </a:p>
          <a:p>
            <a:pPr fontAlgn="base">
              <a:lnSpc>
                <a:spcPct val="50000"/>
              </a:lnSpc>
              <a:spcAft>
                <a:spcPct val="0"/>
              </a:spcAft>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          3.</a:t>
            </a:r>
            <a:r>
              <a:rPr lang="en-US" dirty="0"/>
              <a:t> J. Sri Charan Reddy- 22N31A6666</a:t>
            </a:r>
          </a:p>
          <a:p>
            <a:pPr algn="just" fontAlgn="base">
              <a:lnSpc>
                <a:spcPct val="50000"/>
              </a:lnSpc>
              <a:spcAft>
                <a:spcPct val="0"/>
              </a:spcAft>
              <a:defRPr/>
            </a:pPr>
            <a:endParaRPr lang="en-US" dirty="0"/>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endParaRPr kumimoji="0" lang="en-US" altLang="en-I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r>
              <a:rPr kumimoji="0" lang="en-IN" altLang="en-US" sz="2400" b="0" i="0" u="none" strike="noStrike" kern="1200" cap="none" spc="0" normalizeH="0" baseline="0" noProof="0" dirty="0">
                <a:ln>
                  <a:noFill/>
                </a:ln>
                <a:solidFill>
                  <a:schemeClr val="tx1"/>
                </a:solidFill>
                <a:effectLst/>
                <a:uLnTx/>
                <a:uFillTx/>
                <a:latin typeface="+mn-lt"/>
                <a:ea typeface="+mn-ea"/>
                <a:cs typeface="+mn-cs"/>
              </a:rPr>
              <a:t>II/III/IV Year B.Tech-I/II Semester – </a:t>
            </a:r>
            <a:r>
              <a:rPr kumimoji="0" lang="en-US" altLang="en-US" sz="2400" b="0" i="0" u="none" strike="noStrike" kern="1200" cap="none" spc="0" normalizeH="0" baseline="0" noProof="0" dirty="0">
                <a:ln>
                  <a:noFill/>
                </a:ln>
                <a:solidFill>
                  <a:schemeClr val="tx1"/>
                </a:solidFill>
                <a:effectLst/>
                <a:uLnTx/>
                <a:uFillTx/>
                <a:latin typeface="+mn-lt"/>
                <a:ea typeface="+mn-ea"/>
                <a:cs typeface="+mn-cs"/>
              </a:rPr>
              <a:t>CSE(AIML)/AIML</a:t>
            </a:r>
            <a:endParaRPr kumimoji="0" lang="en-IN" alt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endParaRPr kumimoji="0" lang="en-IN" alt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Under the Guidance of</a:t>
            </a:r>
            <a:r>
              <a:rPr kumimoji="0" lang="en-US" altLang="en-IN" sz="2400" b="1" i="0" u="none" strike="noStrike" kern="1200" cap="none" spc="0" normalizeH="0" baseline="0" noProof="0" dirty="0">
                <a:ln>
                  <a:noFill/>
                </a:ln>
                <a:solidFill>
                  <a:srgbClr val="FF0000"/>
                </a:solidFill>
                <a:effectLst/>
                <a:uLnTx/>
                <a:uFillTx/>
                <a:latin typeface="+mn-lt"/>
                <a:ea typeface="+mn-ea"/>
                <a:cs typeface="+mn-cs"/>
              </a:rPr>
              <a:t> </a:t>
            </a: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rgbClr val="FF0000"/>
                </a:solidFill>
                <a:effectLst/>
                <a:uLnTx/>
                <a:uFillTx/>
                <a:latin typeface="+mn-lt"/>
                <a:ea typeface="+mn-ea"/>
                <a:cs typeface="+mn-cs"/>
              </a:rPr>
              <a:t>Mr. </a:t>
            </a:r>
            <a:r>
              <a:rPr lang="en-US" altLang="en-IN" b="1" dirty="0">
                <a:solidFill>
                  <a:srgbClr val="FF0000"/>
                </a:solidFill>
              </a:rPr>
              <a:t>S. Venkateswara Raju</a:t>
            </a:r>
            <a:endParaRPr kumimoji="0" lang="en-US" altLang="en-IN" sz="2400" b="1" i="0" u="none" strike="noStrike" kern="1200" cap="none" spc="0" normalizeH="0" baseline="0" noProof="0" dirty="0">
              <a:ln>
                <a:noFill/>
              </a:ln>
              <a:solidFill>
                <a:srgbClr val="FF0000"/>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0" i="0" u="none" strike="noStrike" kern="1200" cap="none" spc="0" normalizeH="0" baseline="0" noProof="0" dirty="0">
                <a:ln>
                  <a:noFill/>
                </a:ln>
                <a:solidFill>
                  <a:schemeClr val="tx1"/>
                </a:solidFill>
                <a:effectLst/>
                <a:uLnTx/>
                <a:uFillTx/>
                <a:latin typeface="+mn-lt"/>
                <a:ea typeface="+mn-ea"/>
                <a:cs typeface="+mn-cs"/>
              </a:rPr>
              <a:t>Assistant </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Professor </a:t>
            </a:r>
            <a:endParaRPr kumimoji="0" lang="en-US" altLang="en-IN" sz="2400" b="1" i="0" u="none" strike="noStrike" kern="1200" cap="none" spc="0" normalizeH="0" baseline="0" noProof="0" dirty="0">
              <a:ln>
                <a:noFill/>
              </a:ln>
              <a:solidFill>
                <a:srgbClr val="FF0000"/>
              </a:solidFill>
              <a:effectLst/>
              <a:uLnTx/>
              <a:uFillTx/>
              <a:latin typeface="+mn-lt"/>
              <a:ea typeface="+mn-ea"/>
              <a:cs typeface="+mn-cs"/>
            </a:endParaRPr>
          </a:p>
        </p:txBody>
      </p:sp>
      <p:sp>
        <p:nvSpPr>
          <p:cNvPr id="12" name="Rounded Rectangle 4">
            <a:extLst>
              <a:ext uri="{FF2B5EF4-FFF2-40B4-BE49-F238E27FC236}">
                <a16:creationId xmlns:a16="http://schemas.microsoft.com/office/drawing/2014/main" id="{DE8FF6E6-29D5-FAF9-71C8-02A1F8255509}"/>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5" name="Slide Number Placeholder 3">
            <a:extLst>
              <a:ext uri="{FF2B5EF4-FFF2-40B4-BE49-F238E27FC236}">
                <a16:creationId xmlns:a16="http://schemas.microsoft.com/office/drawing/2014/main" id="{FDFA1ECF-BE15-9D04-4EFE-FA04D399CC39}"/>
              </a:ext>
            </a:extLst>
          </p:cNvPr>
          <p:cNvSpPr txBox="1">
            <a:spLocks/>
          </p:cNvSpPr>
          <p:nvPr/>
        </p:nvSpPr>
        <p:spPr>
          <a:xfrm>
            <a:off x="9209087" y="6125388"/>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a:t>
            </a:fld>
            <a:endParaRPr lang="en-IN" altLang="en-US" sz="1200" b="1" dirty="0">
              <a:solidFill>
                <a:srgbClr val="C00000"/>
              </a:solidFill>
            </a:endParaRPr>
          </a:p>
        </p:txBody>
      </p:sp>
    </p:spTree>
    <p:extLst>
      <p:ext uri="{BB962C8B-B14F-4D97-AF65-F5344CB8AC3E}">
        <p14:creationId xmlns:p14="http://schemas.microsoft.com/office/powerpoint/2010/main" val="268660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63C2-1052-606F-1350-33F5460B29EB}"/>
            </a:ext>
          </a:extLst>
        </p:cNvPr>
        <p:cNvGrpSpPr/>
        <p:nvPr/>
      </p:nvGrpSpPr>
      <p:grpSpPr>
        <a:xfrm>
          <a:off x="0" y="0"/>
          <a:ext cx="0" cy="0"/>
          <a:chOff x="0" y="0"/>
          <a:chExt cx="0" cy="0"/>
        </a:xfrm>
      </p:grpSpPr>
      <p:sp>
        <p:nvSpPr>
          <p:cNvPr id="4" name="Rounded Rectangle 4">
            <a:extLst>
              <a:ext uri="{FF2B5EF4-FFF2-40B4-BE49-F238E27FC236}">
                <a16:creationId xmlns:a16="http://schemas.microsoft.com/office/drawing/2014/main" id="{9430ABE4-B537-7C90-B81C-681F6609394D}"/>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TextBox 4">
            <a:extLst>
              <a:ext uri="{FF2B5EF4-FFF2-40B4-BE49-F238E27FC236}">
                <a16:creationId xmlns:a16="http://schemas.microsoft.com/office/drawing/2014/main" id="{250DEA45-AD2B-8F21-AEFB-65B85D8D0BD4}"/>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6" name="Rounded Rectangle 4">
            <a:extLst>
              <a:ext uri="{FF2B5EF4-FFF2-40B4-BE49-F238E27FC236}">
                <a16:creationId xmlns:a16="http://schemas.microsoft.com/office/drawing/2014/main" id="{1DF783C3-1EDD-6EAA-5E5C-412044A479C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714E3EFF-EC32-592B-19C1-33B71DA70AD6}"/>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pic>
        <p:nvPicPr>
          <p:cNvPr id="2" name="Picture 6">
            <a:extLst>
              <a:ext uri="{FF2B5EF4-FFF2-40B4-BE49-F238E27FC236}">
                <a16:creationId xmlns:a16="http://schemas.microsoft.com/office/drawing/2014/main" id="{9E6E3C5A-B497-AE26-EE72-4BC9A097BC7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3" name="Title 1">
            <a:extLst>
              <a:ext uri="{FF2B5EF4-FFF2-40B4-BE49-F238E27FC236}">
                <a16:creationId xmlns:a16="http://schemas.microsoft.com/office/drawing/2014/main" id="{B4E5DF2C-A923-30EB-6D8D-A85353A6A33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Agenda</a:t>
            </a:r>
          </a:p>
        </p:txBody>
      </p:sp>
      <p:sp>
        <p:nvSpPr>
          <p:cNvPr id="8" name="Content Placeholder 2">
            <a:extLst>
              <a:ext uri="{FF2B5EF4-FFF2-40B4-BE49-F238E27FC236}">
                <a16:creationId xmlns:a16="http://schemas.microsoft.com/office/drawing/2014/main" id="{4FF0EFCA-D097-C212-16F4-B1496C3657D3}"/>
              </a:ext>
            </a:extLst>
          </p:cNvPr>
          <p:cNvSpPr txBox="1">
            <a:spLocks/>
          </p:cNvSpPr>
          <p:nvPr/>
        </p:nvSpPr>
        <p:spPr>
          <a:xfrm>
            <a:off x="901382" y="1125581"/>
            <a:ext cx="10405110" cy="5351145"/>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altLang="en-IN" dirty="0">
                <a:latin typeface="Times New Roman" panose="02020603050405020304" pitchFamily="18" charset="0"/>
              </a:rPr>
              <a:t>Abstract</a:t>
            </a:r>
          </a:p>
          <a:p>
            <a:pPr marL="342900" indent="-342900" algn="l">
              <a:buFont typeface="Arial" panose="020B0604020202020204" pitchFamily="34" charset="0"/>
              <a:buChar char="•"/>
            </a:pPr>
            <a:r>
              <a:rPr lang="en-US" altLang="en-IN" dirty="0">
                <a:latin typeface="Times New Roman" panose="02020603050405020304" pitchFamily="18" charset="0"/>
              </a:rPr>
              <a:t>Introduction</a:t>
            </a:r>
          </a:p>
          <a:p>
            <a:pPr marL="342900" indent="-342900" algn="l">
              <a:buFont typeface="Arial" panose="020B0604020202020204" pitchFamily="34" charset="0"/>
              <a:buChar char="•"/>
            </a:pPr>
            <a:r>
              <a:rPr lang="en-US" altLang="en-IN" dirty="0">
                <a:latin typeface="Times New Roman" panose="02020603050405020304" pitchFamily="18" charset="0"/>
              </a:rPr>
              <a:t>Existing System</a:t>
            </a:r>
          </a:p>
          <a:p>
            <a:pPr marL="342900" indent="-342900" algn="l">
              <a:buFont typeface="Arial" panose="020B0604020202020204" pitchFamily="34" charset="0"/>
              <a:buChar char="•"/>
            </a:pPr>
            <a:r>
              <a:rPr lang="en-US" altLang="en-IN" dirty="0">
                <a:latin typeface="Times New Roman" panose="02020603050405020304" pitchFamily="18" charset="0"/>
              </a:rPr>
              <a:t>Proposed System</a:t>
            </a:r>
          </a:p>
          <a:p>
            <a:pPr marL="342900" indent="-342900" algn="l">
              <a:buFont typeface="Arial" panose="020B0604020202020204" pitchFamily="34" charset="0"/>
              <a:buChar char="•"/>
            </a:pPr>
            <a:r>
              <a:rPr lang="en-US" altLang="en-IN" dirty="0">
                <a:latin typeface="Times New Roman" panose="02020603050405020304" pitchFamily="18" charset="0"/>
              </a:rPr>
              <a:t>System Architecture</a:t>
            </a:r>
          </a:p>
          <a:p>
            <a:pPr marL="342900" indent="-342900" algn="l">
              <a:buFont typeface="Arial" panose="020B0604020202020204" pitchFamily="34" charset="0"/>
              <a:buChar char="•"/>
            </a:pPr>
            <a:r>
              <a:rPr lang="en-US" altLang="en-IN" dirty="0">
                <a:latin typeface="Times New Roman" panose="02020603050405020304" pitchFamily="18" charset="0"/>
              </a:rPr>
              <a:t>Requirements Specifications</a:t>
            </a:r>
          </a:p>
          <a:p>
            <a:pPr marL="342900" indent="-342900" algn="l">
              <a:buFont typeface="Arial" panose="020B0604020202020204" pitchFamily="34" charset="0"/>
              <a:buChar char="•"/>
            </a:pPr>
            <a:r>
              <a:rPr lang="en-US" altLang="en-IN" dirty="0">
                <a:latin typeface="Times New Roman" panose="02020603050405020304" pitchFamily="18" charset="0"/>
              </a:rPr>
              <a:t>System Models(UML Diagram)</a:t>
            </a:r>
          </a:p>
          <a:p>
            <a:pPr marL="342900" indent="-342900" algn="l">
              <a:buFont typeface="Arial" panose="020B0604020202020204" pitchFamily="34" charset="0"/>
              <a:buChar char="•"/>
            </a:pPr>
            <a:r>
              <a:rPr lang="en-US" altLang="en-IN" dirty="0">
                <a:latin typeface="Times New Roman" panose="02020603050405020304" pitchFamily="18" charset="0"/>
              </a:rPr>
              <a:t>Conclusion</a:t>
            </a:r>
          </a:p>
        </p:txBody>
      </p:sp>
      <p:sp>
        <p:nvSpPr>
          <p:cNvPr id="10" name="Slide Number Placeholder 3">
            <a:extLst>
              <a:ext uri="{FF2B5EF4-FFF2-40B4-BE49-F238E27FC236}">
                <a16:creationId xmlns:a16="http://schemas.microsoft.com/office/drawing/2014/main" id="{5F1E0ADE-6C86-9FA4-FBC6-8994E04FA5D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a:t>
            </a:fld>
            <a:endParaRPr lang="en-IN" altLang="en-US" sz="1200" b="1" dirty="0">
              <a:solidFill>
                <a:srgbClr val="C00000"/>
              </a:solidFill>
            </a:endParaRPr>
          </a:p>
        </p:txBody>
      </p:sp>
    </p:spTree>
    <p:extLst>
      <p:ext uri="{BB962C8B-B14F-4D97-AF65-F5344CB8AC3E}">
        <p14:creationId xmlns:p14="http://schemas.microsoft.com/office/powerpoint/2010/main" val="349001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A00E-6C47-92BA-2AE0-32B8F106EEAB}"/>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40DAD441-377C-ED76-A821-0303EE9A6E2F}"/>
              </a:ext>
            </a:extLst>
          </p:cNvPr>
          <p:cNvSpPr/>
          <p:nvPr/>
        </p:nvSpPr>
        <p:spPr>
          <a:xfrm>
            <a:off x="0" y="648670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6AFB4DC6-932D-0115-06C4-1E99D087D58A}"/>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0DE64E8C-0611-5424-51FD-87B90A5BB1D2}"/>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Abstract</a:t>
            </a:r>
          </a:p>
        </p:txBody>
      </p:sp>
      <p:sp>
        <p:nvSpPr>
          <p:cNvPr id="8" name="Content Placeholder 2">
            <a:extLst>
              <a:ext uri="{FF2B5EF4-FFF2-40B4-BE49-F238E27FC236}">
                <a16:creationId xmlns:a16="http://schemas.microsoft.com/office/drawing/2014/main" id="{662748D6-A8CF-9A53-0B34-987967D537E1}"/>
              </a:ext>
            </a:extLst>
          </p:cNvPr>
          <p:cNvSpPr txBox="1">
            <a:spLocks/>
          </p:cNvSpPr>
          <p:nvPr/>
        </p:nvSpPr>
        <p:spPr>
          <a:xfrm>
            <a:off x="1071696" y="1536020"/>
            <a:ext cx="10405110" cy="4522735"/>
          </a:xfrm>
          <a:prstGeom prst="rect">
            <a:avLst/>
          </a:prstGeom>
        </p:spPr>
        <p:txBody>
          <a:bodyPr vert="horz" wrap="square" lIns="91440" tIns="45720" rIns="91440" bIns="45720" rtlCol="0" anchor="t" anchorCtr="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600" dirty="0">
                <a:latin typeface="Times New Roman" panose="02020603050405020304" pitchFamily="18" charset="0"/>
                <a:cs typeface="Times New Roman" panose="02020603050405020304" pitchFamily="18" charset="0"/>
              </a:rPr>
              <a:t>The Live Language Translator webapp is a smart and easy-to-use tool that helps people from different parts of the world chat with each other, even if they don’t speak the same language. When someone sends a message in their own language, the webapp instantly translates it into the other person’s language, so both can understand each other clearly. It feels just like a normal chat — smooth and instant. This makes it super handy for making new friends across the globe, traveling, learning new languages, or working with international teams. You don’t have to switch apps or copy-paste into a translator — everything happens right there in one place. The webapp is built using Python and uses smart NLP (Natural Language Processing) technology that helps computers understand and translate human language. It also supports real-time messaging, so your chats are instant, just like on WhatsApp or Messenger. Overall, the webapp makes it easy to connect with people from anywhere, break down language barriers, and enjoy smooth, meaningful conversations in any language.</a:t>
            </a:r>
            <a:endParaRPr lang="en-US" sz="2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algn="l"/>
            <a:endParaRPr lang="en-US" altLang="en-IN" dirty="0">
              <a:latin typeface="Times New Roman" panose="02020603050405020304" pitchFamily="18" charset="0"/>
            </a:endParaRPr>
          </a:p>
        </p:txBody>
      </p:sp>
      <p:sp>
        <p:nvSpPr>
          <p:cNvPr id="9" name="Rounded Rectangle 4">
            <a:extLst>
              <a:ext uri="{FF2B5EF4-FFF2-40B4-BE49-F238E27FC236}">
                <a16:creationId xmlns:a16="http://schemas.microsoft.com/office/drawing/2014/main" id="{6F3DC896-5D0D-0AF6-AD2F-BFAEC514E434}"/>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4B15E56A-030D-1093-EFDD-B3D9814C9F32}"/>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F42EDA05-3B2A-4605-D3DA-A61B811F9BB1}"/>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F0686955-48C0-216B-5670-518652638B2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3</a:t>
            </a:fld>
            <a:endParaRPr lang="en-IN" altLang="en-US" sz="1200" b="1" dirty="0">
              <a:solidFill>
                <a:srgbClr val="C00000"/>
              </a:solidFill>
            </a:endParaRPr>
          </a:p>
        </p:txBody>
      </p:sp>
    </p:spTree>
    <p:extLst>
      <p:ext uri="{BB962C8B-B14F-4D97-AF65-F5344CB8AC3E}">
        <p14:creationId xmlns:p14="http://schemas.microsoft.com/office/powerpoint/2010/main" val="428578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A3A09-5721-D8BE-8E7F-509310762319}"/>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81356BF-023C-E08A-AAAF-F1162BF6F77B}"/>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0333D8D0-3830-76F6-FA4D-4F7E49DEB168}"/>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771E9341-3059-4A80-4F3B-1120E41CEA92}"/>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Introduction</a:t>
            </a:r>
          </a:p>
        </p:txBody>
      </p:sp>
      <p:sp>
        <p:nvSpPr>
          <p:cNvPr id="8" name="Content Placeholder 2">
            <a:extLst>
              <a:ext uri="{FF2B5EF4-FFF2-40B4-BE49-F238E27FC236}">
                <a16:creationId xmlns:a16="http://schemas.microsoft.com/office/drawing/2014/main" id="{3A9B330D-6E8B-173D-CEFC-B9C20729134C}"/>
              </a:ext>
            </a:extLst>
          </p:cNvPr>
          <p:cNvSpPr txBox="1">
            <a:spLocks/>
          </p:cNvSpPr>
          <p:nvPr/>
        </p:nvSpPr>
        <p:spPr>
          <a:xfrm>
            <a:off x="901382" y="1274457"/>
            <a:ext cx="10405110" cy="5202186"/>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600" dirty="0">
                <a:latin typeface="Times New Roman" panose="02020603050405020304" pitchFamily="18" charset="0"/>
                <a:cs typeface="Times New Roman" panose="02020603050405020304" pitchFamily="18" charset="0"/>
              </a:rPr>
              <a:t>The Live Language Translator WebApp is an innovative communication tool designed to bridge language gaps and enable seamless conversations between people from different linguistic backgrounds. Built using Python and advanced Natural Language Processing (NLP) technologies, this web-based application offers real-time message translation, allowing users to chat effortlessly in their native languages. Whether for travel, international collaboration, language learning, or making new global connections, the webapp provides a smooth, chat-like experience similar to platforms like WhatsApp or Messenger. With instant translation and integrated messaging in one platform, it removes the need for switching between apps or manual translation, making cross-language communication natural, efficient, and accessible to everyone.</a:t>
            </a:r>
          </a:p>
        </p:txBody>
      </p:sp>
      <p:sp>
        <p:nvSpPr>
          <p:cNvPr id="9" name="Rounded Rectangle 4">
            <a:extLst>
              <a:ext uri="{FF2B5EF4-FFF2-40B4-BE49-F238E27FC236}">
                <a16:creationId xmlns:a16="http://schemas.microsoft.com/office/drawing/2014/main" id="{DAB8195F-6086-A6D9-AB34-FE3B4D8CB8F1}"/>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9A350DFF-A289-C783-D742-DC4C45683678}"/>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DFB54C2A-BE64-1C4B-3AA4-3062C3FB8121}"/>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AA0EE22B-390E-6009-30CD-AA212B910A4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4</a:t>
            </a:fld>
            <a:endParaRPr lang="en-IN" altLang="en-US" sz="1200" b="1" dirty="0">
              <a:solidFill>
                <a:srgbClr val="C00000"/>
              </a:solidFill>
            </a:endParaRPr>
          </a:p>
        </p:txBody>
      </p:sp>
    </p:spTree>
    <p:extLst>
      <p:ext uri="{BB962C8B-B14F-4D97-AF65-F5344CB8AC3E}">
        <p14:creationId xmlns:p14="http://schemas.microsoft.com/office/powerpoint/2010/main" val="293164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62D2-9537-38F9-56F8-0D9D6057563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8187542-8070-7B71-1280-2EFCC1A01046}"/>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532BED0E-7D0B-7BF0-264B-44B45C65F295}"/>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C5EBD773-5ACA-2A00-611F-865445C22D99}"/>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Existing System</a:t>
            </a:r>
          </a:p>
        </p:txBody>
      </p:sp>
      <p:sp>
        <p:nvSpPr>
          <p:cNvPr id="8" name="Content Placeholder 2">
            <a:extLst>
              <a:ext uri="{FF2B5EF4-FFF2-40B4-BE49-F238E27FC236}">
                <a16:creationId xmlns:a16="http://schemas.microsoft.com/office/drawing/2014/main" id="{C5007C56-D746-3906-595C-12D8DBAFA5D6}"/>
              </a:ext>
            </a:extLst>
          </p:cNvPr>
          <p:cNvSpPr txBox="1">
            <a:spLocks/>
          </p:cNvSpPr>
          <p:nvPr/>
        </p:nvSpPr>
        <p:spPr>
          <a:xfrm>
            <a:off x="782954" y="1274456"/>
            <a:ext cx="10515600" cy="5198327"/>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People often handle language differences by copying and pasting messages into separate translation apps like Google Translate.</a:t>
            </a:r>
            <a:r>
              <a:rPr lang="en-US" sz="2600" b="0" i="0" dirty="0">
                <a:solidFill>
                  <a:srgbClr val="374151"/>
                </a:solidFill>
                <a:effectLst/>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This manual process interrupts the flow of conversation and slows down communication.</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It becomes especially frustrating in fast-moving chats, group discussions, or international work settings.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There is a lack of real-time, built-in translation features in most messaging platforms.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These language barriers can lead to misunderstandings or make people feel excluded.</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real-time translation solution is needed to make multilingual conversations smooth, natural, and inclusive.</a:t>
            </a:r>
          </a:p>
          <a:p>
            <a:pPr algn="l"/>
            <a:endParaRPr lang="en-US" altLang="en-IN" dirty="0">
              <a:latin typeface="Times New Roman" panose="02020603050405020304" pitchFamily="18" charset="0"/>
            </a:endParaRPr>
          </a:p>
          <a:p>
            <a:pPr algn="l"/>
            <a:endParaRPr lang="en-US" altLang="en-IN" dirty="0">
              <a:latin typeface="Times New Roman" panose="02020603050405020304" pitchFamily="18" charset="0"/>
            </a:endParaRPr>
          </a:p>
        </p:txBody>
      </p:sp>
      <p:sp>
        <p:nvSpPr>
          <p:cNvPr id="9" name="Rounded Rectangle 4">
            <a:extLst>
              <a:ext uri="{FF2B5EF4-FFF2-40B4-BE49-F238E27FC236}">
                <a16:creationId xmlns:a16="http://schemas.microsoft.com/office/drawing/2014/main" id="{AAFD4A0A-8314-13BE-DBA7-A4FB08597427}"/>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6FC5151A-A8BB-A7B2-FF3E-23D0AD369C5C}"/>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6102CE51-9130-CD4E-2CC6-31C56F0AA5D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9728BDD9-4931-AD9F-5EEA-5C5144852956}"/>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5</a:t>
            </a:fld>
            <a:endParaRPr lang="en-IN" altLang="en-US" sz="1200" b="1" dirty="0">
              <a:solidFill>
                <a:srgbClr val="C00000"/>
              </a:solidFill>
            </a:endParaRPr>
          </a:p>
        </p:txBody>
      </p:sp>
      <p:sp>
        <p:nvSpPr>
          <p:cNvPr id="16" name="Rectangle 7">
            <a:extLst>
              <a:ext uri="{FF2B5EF4-FFF2-40B4-BE49-F238E27FC236}">
                <a16:creationId xmlns:a16="http://schemas.microsoft.com/office/drawing/2014/main" id="{855E0622-0818-2E4A-4F7D-89F9F317938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There is a lack of real-time, built-in translation features in most messaging platforms.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1776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94F6F-C8B1-2ECD-ECC7-11B026E543B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A7BF529-0A90-9A6F-A36C-7657C313EA20}"/>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426B3E86-F56C-AD68-A7D6-113EF6D5E074}"/>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76EAEABF-12BB-4E88-A0BE-8A093FA7CB3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Proposed System</a:t>
            </a:r>
          </a:p>
        </p:txBody>
      </p:sp>
      <p:sp>
        <p:nvSpPr>
          <p:cNvPr id="8" name="Content Placeholder 2">
            <a:extLst>
              <a:ext uri="{FF2B5EF4-FFF2-40B4-BE49-F238E27FC236}">
                <a16:creationId xmlns:a16="http://schemas.microsoft.com/office/drawing/2014/main" id="{65960468-61E5-95EE-AE7B-3AA146D09855}"/>
              </a:ext>
            </a:extLst>
          </p:cNvPr>
          <p:cNvSpPr txBox="1">
            <a:spLocks/>
          </p:cNvSpPr>
          <p:nvPr/>
        </p:nvSpPr>
        <p:spPr>
          <a:xfrm>
            <a:off x="901382" y="1135649"/>
            <a:ext cx="10405110" cy="5341077"/>
          </a:xfrm>
          <a:prstGeom prst="rect">
            <a:avLst/>
          </a:prstGeom>
        </p:spPr>
        <p:txBody>
          <a:bodyPr vert="horz" wrap="square"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 web-based chat platform that enables real-time messaging and automatic translation, allowing users who speak different languages to communicate effortlessly in one place.</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Developed using Python and powered by Natural Language Processing (NLP) to understand and translate messages instantly during the conversation.</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Feels like using popular messaging apps (e.g., WhatsApp or Messenger), with a smooth and user-friendly interface.</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Removes the need to switch between apps or use external translation tools, making conversations fast and natural.</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Ideal for global communication — useful in travel, international teamwork, language learning, and making new friends worldwide.</a:t>
            </a:r>
          </a:p>
          <a:p>
            <a:pPr marL="457200" indent="-457200" algn="just">
              <a:buFont typeface="Arial" panose="020B0604020202020204" pitchFamily="34" charset="0"/>
              <a:buChar char="•"/>
            </a:pPr>
            <a:endParaRPr lang="en-US" sz="2600" b="0" i="0" dirty="0">
              <a:solidFill>
                <a:srgbClr val="374151"/>
              </a:solidFill>
              <a:effectLst/>
              <a:latin typeface="Times New Roman" panose="02020603050405020304" pitchFamily="18" charset="0"/>
              <a:cs typeface="Times New Roman" panose="02020603050405020304" pitchFamily="18" charset="0"/>
            </a:endParaRPr>
          </a:p>
        </p:txBody>
      </p:sp>
      <p:sp>
        <p:nvSpPr>
          <p:cNvPr id="9" name="Rounded Rectangle 4">
            <a:extLst>
              <a:ext uri="{FF2B5EF4-FFF2-40B4-BE49-F238E27FC236}">
                <a16:creationId xmlns:a16="http://schemas.microsoft.com/office/drawing/2014/main" id="{93942C56-50B1-50A8-C3D1-A9B4DA898AC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D03505D6-1E50-25BF-3D69-E5502A0188FD}"/>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D8D23E64-5F69-BAC4-6C6A-878BA3414ADC}"/>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884C0439-7C44-5F42-837E-3B2EBCDD3085}"/>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6</a:t>
            </a:fld>
            <a:endParaRPr lang="en-IN" altLang="en-US" sz="1200" b="1" dirty="0">
              <a:solidFill>
                <a:srgbClr val="C00000"/>
              </a:solidFill>
            </a:endParaRPr>
          </a:p>
        </p:txBody>
      </p:sp>
    </p:spTree>
    <p:extLst>
      <p:ext uri="{BB962C8B-B14F-4D97-AF65-F5344CB8AC3E}">
        <p14:creationId xmlns:p14="http://schemas.microsoft.com/office/powerpoint/2010/main" val="18452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139E-AAAF-9973-25DC-CB42314174D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98DDD209-BAD1-4194-2A9D-B164D515E522}"/>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623E4717-2F62-E558-86F3-5DFA1B57DE66}"/>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47389907-A9C4-34E6-8047-31C2FBEF3719}"/>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System Architecture</a:t>
            </a:r>
          </a:p>
        </p:txBody>
      </p:sp>
      <p:sp>
        <p:nvSpPr>
          <p:cNvPr id="9" name="Rounded Rectangle 4">
            <a:extLst>
              <a:ext uri="{FF2B5EF4-FFF2-40B4-BE49-F238E27FC236}">
                <a16:creationId xmlns:a16="http://schemas.microsoft.com/office/drawing/2014/main" id="{B5454663-7A03-F4E1-92D8-8E3D83A847A6}"/>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03846F14-9500-CD76-0960-47234107EA9D}"/>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B1EBFD92-AD3B-70B8-9F18-CCB53E27F620}"/>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0879C87F-2922-FC14-ADAD-9D499DE319FC}"/>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7</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780846EB-63DB-78E9-1067-D891BBED1477}"/>
              </a:ext>
            </a:extLst>
          </p:cNvPr>
          <p:cNvPicPr>
            <a:picLocks noChangeAspect="1"/>
          </p:cNvPicPr>
          <p:nvPr/>
        </p:nvPicPr>
        <p:blipFill>
          <a:blip r:embed="rId3"/>
          <a:stretch>
            <a:fillRect/>
          </a:stretch>
        </p:blipFill>
        <p:spPr>
          <a:xfrm>
            <a:off x="2149643" y="1234769"/>
            <a:ext cx="7240840" cy="4813105"/>
          </a:xfrm>
          <a:prstGeom prst="rect">
            <a:avLst/>
          </a:prstGeom>
        </p:spPr>
      </p:pic>
    </p:spTree>
    <p:extLst>
      <p:ext uri="{BB962C8B-B14F-4D97-AF65-F5344CB8AC3E}">
        <p14:creationId xmlns:p14="http://schemas.microsoft.com/office/powerpoint/2010/main" val="234456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D804-87B5-32D3-D9E7-58FAA6DE0AA5}"/>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086F5FD9-63B6-01FA-1A8D-56D0186A9E21}"/>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4CC2F849-6F80-6B46-CFE8-FED5ADEFE369}"/>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D200420E-CC38-E653-80BC-E39167A9FCE2}"/>
              </a:ext>
            </a:extLst>
          </p:cNvPr>
          <p:cNvSpPr txBox="1">
            <a:spLocks/>
          </p:cNvSpPr>
          <p:nvPr/>
        </p:nvSpPr>
        <p:spPr>
          <a:xfrm>
            <a:off x="3632859" y="2830512"/>
            <a:ext cx="4942153" cy="598488"/>
          </a:xfrm>
          <a:prstGeom prst="rect">
            <a:avLst/>
          </a:prstGeom>
        </p:spPr>
        <p:txBody>
          <a:bodyPr vert="horz" wrap="square" lIns="91440" tIns="45720" rIns="91440" bIns="45720" numCol="1" rtlCol="0" anchor="ctr" anchorCtr="0" compatLnSpc="1">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IN" b="1" dirty="0">
                <a:solidFill>
                  <a:srgbClr val="00B0F0"/>
                </a:solidFill>
                <a:latin typeface="Times New Roman" panose="02020603050405020304" pitchFamily="18" charset="0"/>
                <a:cs typeface="Times New Roman" panose="02020603050405020304" pitchFamily="18" charset="0"/>
              </a:rPr>
              <a:t>Requirement</a:t>
            </a:r>
          </a:p>
          <a:p>
            <a:pPr>
              <a:defRPr/>
            </a:pPr>
            <a:r>
              <a:rPr lang="en-IN" b="1" dirty="0">
                <a:solidFill>
                  <a:srgbClr val="00B0F0"/>
                </a:solidFill>
                <a:latin typeface="Times New Roman" panose="02020603050405020304" pitchFamily="18" charset="0"/>
                <a:cs typeface="Times New Roman" panose="02020603050405020304" pitchFamily="18" charset="0"/>
              </a:rPr>
              <a:t>Specifications</a:t>
            </a:r>
          </a:p>
        </p:txBody>
      </p:sp>
      <p:sp>
        <p:nvSpPr>
          <p:cNvPr id="9" name="Rounded Rectangle 4">
            <a:extLst>
              <a:ext uri="{FF2B5EF4-FFF2-40B4-BE49-F238E27FC236}">
                <a16:creationId xmlns:a16="http://schemas.microsoft.com/office/drawing/2014/main" id="{729413D4-E731-724F-293B-F5ABDF9DAC1E}"/>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3C060B36-B1FD-0C3B-CAB6-F85FEC9935D5}"/>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C63A1C13-4394-5F99-A65C-A94B66E9E1E5}"/>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AD3BF877-142D-2057-3B58-1DEBB8651E64}"/>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8</a:t>
            </a:fld>
            <a:endParaRPr lang="en-IN" altLang="en-US" sz="1200" b="1" dirty="0">
              <a:solidFill>
                <a:srgbClr val="C00000"/>
              </a:solidFill>
            </a:endParaRPr>
          </a:p>
        </p:txBody>
      </p:sp>
    </p:spTree>
    <p:extLst>
      <p:ext uri="{BB962C8B-B14F-4D97-AF65-F5344CB8AC3E}">
        <p14:creationId xmlns:p14="http://schemas.microsoft.com/office/powerpoint/2010/main" val="37775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7506-7F76-6B2F-BEC0-B23F74A951BA}"/>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8E6C9041-E0C0-5DCB-9F01-633B8C38872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1FD4FB06-88E5-1D68-2375-B152328AEE1E}"/>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8" name="Rounded Rectangle 4">
            <a:extLst>
              <a:ext uri="{FF2B5EF4-FFF2-40B4-BE49-F238E27FC236}">
                <a16:creationId xmlns:a16="http://schemas.microsoft.com/office/drawing/2014/main" id="{2C0D6A17-699F-CE84-2E58-4B149A9BD853}"/>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596E584-62B4-E9EA-97AE-BE6DF3036E9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94D78613-63E8-3502-7028-C05B82EDA892}"/>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AA922D68-75D9-7386-4031-04A9B438F2FE}"/>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9</a:t>
            </a:fld>
            <a:endParaRPr lang="en-IN" altLang="en-US" sz="1200" b="1" dirty="0">
              <a:solidFill>
                <a:srgbClr val="C00000"/>
              </a:solidFill>
            </a:endParaRPr>
          </a:p>
        </p:txBody>
      </p:sp>
      <p:sp>
        <p:nvSpPr>
          <p:cNvPr id="3" name="Content Placeholder 2">
            <a:extLst>
              <a:ext uri="{FF2B5EF4-FFF2-40B4-BE49-F238E27FC236}">
                <a16:creationId xmlns:a16="http://schemas.microsoft.com/office/drawing/2014/main" id="{461E3B6B-C334-26BF-20F8-67B777F5D02F}"/>
              </a:ext>
            </a:extLst>
          </p:cNvPr>
          <p:cNvSpPr txBox="1">
            <a:spLocks/>
          </p:cNvSpPr>
          <p:nvPr/>
        </p:nvSpPr>
        <p:spPr>
          <a:xfrm>
            <a:off x="901382" y="1433741"/>
            <a:ext cx="10405110" cy="5042986"/>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l">
              <a:buFont typeface="Arial" panose="020B0604020202020204" pitchFamily="34" charset="0"/>
              <a:buChar char="•"/>
            </a:pPr>
            <a:r>
              <a:rPr lang="en-US" sz="2800" dirty="0"/>
              <a:t>Google Gemini AI API for translation services</a:t>
            </a:r>
          </a:p>
          <a:p>
            <a:pPr marL="342900" lvl="0" indent="-342900" algn="l">
              <a:buFont typeface="Arial" panose="020B0604020202020204" pitchFamily="34" charset="0"/>
              <a:buChar char="•"/>
            </a:pPr>
            <a:r>
              <a:rPr lang="en-US" sz="2800" dirty="0"/>
              <a:t>Clerk authentication service</a:t>
            </a:r>
          </a:p>
          <a:p>
            <a:pPr marL="342900" lvl="0" indent="-342900" algn="l">
              <a:buFont typeface="Arial" panose="020B0604020202020204" pitchFamily="34" charset="0"/>
              <a:buChar char="•"/>
            </a:pPr>
            <a:r>
              <a:rPr lang="en-US" sz="2800" dirty="0"/>
              <a:t>Next.js framework for web application</a:t>
            </a:r>
          </a:p>
          <a:p>
            <a:pPr marL="342900" lvl="0" indent="-342900" algn="l">
              <a:buFont typeface="Arial" panose="020B0604020202020204" pitchFamily="34" charset="0"/>
              <a:buChar char="•"/>
            </a:pPr>
            <a:r>
              <a:rPr lang="en-US" sz="2800" dirty="0"/>
              <a:t>WebSocket protocol for real-time messaging</a:t>
            </a:r>
          </a:p>
          <a:p>
            <a:pPr marL="342900" lvl="0" indent="-342900" algn="l">
              <a:buFont typeface="Arial" panose="020B0604020202020204" pitchFamily="34" charset="0"/>
              <a:buChar char="•"/>
            </a:pPr>
            <a:r>
              <a:rPr lang="en-US" sz="2800" dirty="0"/>
              <a:t>RESTful API endpoints for data operations</a:t>
            </a:r>
          </a:p>
        </p:txBody>
      </p:sp>
      <p:sp>
        <p:nvSpPr>
          <p:cNvPr id="4" name="Title 1">
            <a:extLst>
              <a:ext uri="{FF2B5EF4-FFF2-40B4-BE49-F238E27FC236}">
                <a16:creationId xmlns:a16="http://schemas.microsoft.com/office/drawing/2014/main" id="{79D58EEB-48DC-423E-A50A-4347A839F947}"/>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Software Requirements Specifications</a:t>
            </a:r>
          </a:p>
        </p:txBody>
      </p:sp>
    </p:spTree>
    <p:extLst>
      <p:ext uri="{BB962C8B-B14F-4D97-AF65-F5344CB8AC3E}">
        <p14:creationId xmlns:p14="http://schemas.microsoft.com/office/powerpoint/2010/main" val="173640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62DE-51BC-AAF9-7BB1-5D9B7BCAF2A0}"/>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861DA09C-B682-1C2E-3EAB-E7326602D67D}"/>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C72CDD90-5D3A-8473-9E5F-33EFD066DB39}"/>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8" name="Rounded Rectangle 4">
            <a:extLst>
              <a:ext uri="{FF2B5EF4-FFF2-40B4-BE49-F238E27FC236}">
                <a16:creationId xmlns:a16="http://schemas.microsoft.com/office/drawing/2014/main" id="{6BFD1C35-A42A-D332-3EAD-2F7D0C70B14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36F5756-C755-B04F-0C19-C866C04C056B}"/>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FBFED8B0-4637-FF16-80A4-BF12C2A88DE2}"/>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B0577467-A8E2-FDFE-CE9B-8A10C5DD8219}"/>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10</a:t>
            </a:fld>
            <a:endParaRPr lang="en-IN" altLang="en-US" sz="1200" b="1" dirty="0">
              <a:solidFill>
                <a:srgbClr val="C00000"/>
              </a:solidFill>
            </a:endParaRPr>
          </a:p>
        </p:txBody>
      </p:sp>
      <p:sp>
        <p:nvSpPr>
          <p:cNvPr id="2" name="Content Placeholder 2">
            <a:extLst>
              <a:ext uri="{FF2B5EF4-FFF2-40B4-BE49-F238E27FC236}">
                <a16:creationId xmlns:a16="http://schemas.microsoft.com/office/drawing/2014/main" id="{A9206A68-EB6E-63F9-0C77-F364533AF1D2}"/>
              </a:ext>
            </a:extLst>
          </p:cNvPr>
          <p:cNvSpPr txBox="1">
            <a:spLocks/>
          </p:cNvSpPr>
          <p:nvPr/>
        </p:nvSpPr>
        <p:spPr>
          <a:xfrm>
            <a:off x="901382" y="1394053"/>
            <a:ext cx="10405110" cy="5082673"/>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lvl="0" indent="-457200" algn="l">
              <a:buFont typeface="Arial" panose="020B0604020202020204" pitchFamily="34" charset="0"/>
              <a:buChar char="•"/>
            </a:pPr>
            <a:r>
              <a:rPr lang="en-US" sz="2800" b="1" dirty="0"/>
              <a:t>Processor</a:t>
            </a:r>
            <a:r>
              <a:rPr lang="en-US" sz="2800" dirty="0"/>
              <a:t>: Intel i5 or above</a:t>
            </a:r>
          </a:p>
          <a:p>
            <a:pPr marL="457200" lvl="0" indent="-457200" algn="l">
              <a:buFont typeface="Arial" panose="020B0604020202020204" pitchFamily="34" charset="0"/>
              <a:buChar char="•"/>
            </a:pPr>
            <a:r>
              <a:rPr lang="en-US" sz="2800" b="1" dirty="0"/>
              <a:t>Memory</a:t>
            </a:r>
            <a:r>
              <a:rPr lang="en-US" sz="2800" dirty="0"/>
              <a:t>: 4GB RAM minimum</a:t>
            </a:r>
          </a:p>
          <a:p>
            <a:pPr marL="457200" lvl="0" indent="-457200" algn="l">
              <a:buFont typeface="Arial" panose="020B0604020202020204" pitchFamily="34" charset="0"/>
              <a:buChar char="•"/>
            </a:pPr>
            <a:r>
              <a:rPr lang="en-US" sz="2800" b="1" dirty="0"/>
              <a:t>Storage</a:t>
            </a:r>
            <a:r>
              <a:rPr lang="en-US" sz="2800" dirty="0"/>
              <a:t>: 128GB HDD/SSD</a:t>
            </a:r>
          </a:p>
          <a:p>
            <a:pPr marL="457200" indent="-457200" algn="l">
              <a:buFont typeface="Arial" panose="020B0604020202020204" pitchFamily="34" charset="0"/>
              <a:buChar char="•"/>
            </a:pPr>
            <a:r>
              <a:rPr lang="en-US" sz="2800" b="1" dirty="0"/>
              <a:t>Network</a:t>
            </a:r>
            <a:r>
              <a:rPr lang="en-US" sz="2800" dirty="0"/>
              <a:t>: Stable internet connection</a:t>
            </a:r>
            <a:endParaRPr lang="en-US" altLang="en-IN" sz="28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A3592D45-6C3D-9A8D-F0EA-C8060B12375E}"/>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Hardware Requirements Specifications</a:t>
            </a:r>
          </a:p>
        </p:txBody>
      </p:sp>
    </p:spTree>
    <p:extLst>
      <p:ext uri="{BB962C8B-B14F-4D97-AF65-F5344CB8AC3E}">
        <p14:creationId xmlns:p14="http://schemas.microsoft.com/office/powerpoint/2010/main" val="193212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CCE0E-16E4-B477-D8B9-2EDA966294AB}"/>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761FE9E-6B9C-22C4-B217-369E5666C3D6}"/>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43272BD6-DF8E-8D41-23C3-30763D7275EA}"/>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1EE4D4A6-7BBB-968D-4EFD-79B1F7848A85}"/>
              </a:ext>
            </a:extLst>
          </p:cNvPr>
          <p:cNvSpPr txBox="1">
            <a:spLocks/>
          </p:cNvSpPr>
          <p:nvPr/>
        </p:nvSpPr>
        <p:spPr>
          <a:xfrm>
            <a:off x="3042931" y="3123673"/>
            <a:ext cx="6090261" cy="598488"/>
          </a:xfrm>
          <a:prstGeom prst="rect">
            <a:avLst/>
          </a:prstGeom>
        </p:spPr>
        <p:txBody>
          <a:bodyPr vert="horz" wrap="square" lIns="91440" tIns="45720" rIns="91440" bIns="45720" numCol="1" rtlCol="0" anchor="ctr" anchorCtr="0" compatLnSpc="1">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IN" b="1" dirty="0">
                <a:solidFill>
                  <a:srgbClr val="00B0F0"/>
                </a:solidFill>
                <a:latin typeface="Times New Roman" panose="02020603050405020304" pitchFamily="18" charset="0"/>
                <a:cs typeface="Times New Roman" panose="02020603050405020304" pitchFamily="18" charset="0"/>
              </a:rPr>
              <a:t>System Models</a:t>
            </a:r>
          </a:p>
          <a:p>
            <a:pPr>
              <a:defRPr/>
            </a:pPr>
            <a:r>
              <a:rPr lang="en-IN" sz="4000" b="1" dirty="0">
                <a:solidFill>
                  <a:srgbClr val="00B0F0"/>
                </a:solidFill>
                <a:latin typeface="Times New Roman" panose="02020603050405020304" pitchFamily="18" charset="0"/>
                <a:cs typeface="Times New Roman" panose="02020603050405020304" pitchFamily="18" charset="0"/>
              </a:rPr>
              <a:t>(UML Diagrams)</a:t>
            </a:r>
          </a:p>
        </p:txBody>
      </p:sp>
      <p:sp>
        <p:nvSpPr>
          <p:cNvPr id="8" name="Rounded Rectangle 4">
            <a:extLst>
              <a:ext uri="{FF2B5EF4-FFF2-40B4-BE49-F238E27FC236}">
                <a16:creationId xmlns:a16="http://schemas.microsoft.com/office/drawing/2014/main" id="{B325BCA7-9E1B-82D2-A3AE-C0635D84C361}"/>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C9123F4-1D17-E3FF-53C7-C6C2E045D566}"/>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7095D0F4-7B93-B1E8-EEA2-8E2B98B9FCD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C7448B5B-A85F-EFF0-057D-1EB1E0F3A053}"/>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11</a:t>
            </a:fld>
            <a:endParaRPr lang="en-IN" altLang="en-US" sz="1200" b="1" dirty="0">
              <a:solidFill>
                <a:srgbClr val="C00000"/>
              </a:solidFill>
            </a:endParaRPr>
          </a:p>
        </p:txBody>
      </p:sp>
    </p:spTree>
    <p:extLst>
      <p:ext uri="{BB962C8B-B14F-4D97-AF65-F5344CB8AC3E}">
        <p14:creationId xmlns:p14="http://schemas.microsoft.com/office/powerpoint/2010/main" val="1166709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53AF-09D3-65E7-8708-E371A4C6EB09}"/>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849E127-8193-A810-5445-323EFA47A099}"/>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5D3187F7-5B88-1183-E5B2-347A0B38F453}"/>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2AEE6C77-FC87-826F-97F3-5F8D0116F17D}"/>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Use Case Diagram</a:t>
            </a:r>
          </a:p>
        </p:txBody>
      </p:sp>
      <p:sp>
        <p:nvSpPr>
          <p:cNvPr id="8" name="Rounded Rectangle 4">
            <a:extLst>
              <a:ext uri="{FF2B5EF4-FFF2-40B4-BE49-F238E27FC236}">
                <a16:creationId xmlns:a16="http://schemas.microsoft.com/office/drawing/2014/main" id="{9E09A10D-5236-E461-381F-3F951F6BBD14}"/>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9E137DD2-3B91-DC5B-E068-D4AB88A13AE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74969CED-1C6C-52C3-B447-CA7BC2C95744}"/>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769695B9-5F95-717F-4A95-58A7428A390A}"/>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12</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44992CC8-9496-45E1-35EE-492A34A57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3653" y="1108076"/>
            <a:ext cx="6944694" cy="5174059"/>
          </a:xfrm>
          <a:prstGeom prst="rect">
            <a:avLst/>
          </a:prstGeom>
        </p:spPr>
      </p:pic>
    </p:spTree>
    <p:extLst>
      <p:ext uri="{BB962C8B-B14F-4D97-AF65-F5344CB8AC3E}">
        <p14:creationId xmlns:p14="http://schemas.microsoft.com/office/powerpoint/2010/main" val="3139232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5F8A7-3ADF-149D-90E4-DC99ED45DB1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29456A66-14A3-E1A7-F67F-71F30E0A8908}"/>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7C952EAD-B932-C18E-546A-681133C9FCAA}"/>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D76F7180-6924-28DE-E7F3-E5D8823439B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Activity Diagram</a:t>
            </a:r>
          </a:p>
        </p:txBody>
      </p:sp>
      <p:sp>
        <p:nvSpPr>
          <p:cNvPr id="8" name="Rounded Rectangle 4">
            <a:extLst>
              <a:ext uri="{FF2B5EF4-FFF2-40B4-BE49-F238E27FC236}">
                <a16:creationId xmlns:a16="http://schemas.microsoft.com/office/drawing/2014/main" id="{00736B8C-9FC5-129D-C9F6-F3430F537C97}"/>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E16A33AF-F3EE-F092-27BE-6ED01056FEA1}"/>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EE485022-910C-BF55-278F-9CEE4EA800E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8BFCC592-AA73-E798-3A88-E532ED342E3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13</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5F743979-2391-6AA9-3C60-25EDF7895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6050" y="1004549"/>
            <a:ext cx="3219899" cy="4848902"/>
          </a:xfrm>
          <a:prstGeom prst="rect">
            <a:avLst/>
          </a:prstGeom>
        </p:spPr>
      </p:pic>
    </p:spTree>
    <p:extLst>
      <p:ext uri="{BB962C8B-B14F-4D97-AF65-F5344CB8AC3E}">
        <p14:creationId xmlns:p14="http://schemas.microsoft.com/office/powerpoint/2010/main" val="87296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1B18-0CE5-622A-E145-B0CB60809B77}"/>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FBABF48-F469-C215-0B36-96913A6C1CD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9B56BE4F-BD70-3882-06C5-87D94971D3EA}"/>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70F1C31E-1774-ADEC-0BFF-8453C675F2DA}"/>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Class Diagram</a:t>
            </a:r>
          </a:p>
        </p:txBody>
      </p:sp>
      <p:sp>
        <p:nvSpPr>
          <p:cNvPr id="8" name="Rounded Rectangle 4">
            <a:extLst>
              <a:ext uri="{FF2B5EF4-FFF2-40B4-BE49-F238E27FC236}">
                <a16:creationId xmlns:a16="http://schemas.microsoft.com/office/drawing/2014/main" id="{7C684CF4-EFEC-B78F-6A28-E2D984CA0D49}"/>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989EF99-BBB8-7C81-0461-B914B5AD9E90}"/>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42846827-85E4-50D8-6816-4AEFBA4C798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804CBD19-6181-6B76-4B1F-C50FF63B4A65}"/>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14</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8D433CCB-869D-E70E-71B6-7133C1875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56783" y="1690445"/>
            <a:ext cx="8478433" cy="3477110"/>
          </a:xfrm>
          <a:prstGeom prst="rect">
            <a:avLst/>
          </a:prstGeom>
        </p:spPr>
      </p:pic>
    </p:spTree>
    <p:extLst>
      <p:ext uri="{BB962C8B-B14F-4D97-AF65-F5344CB8AC3E}">
        <p14:creationId xmlns:p14="http://schemas.microsoft.com/office/powerpoint/2010/main" val="242662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3FC8-0CE5-7314-0CAB-7438BAE3B39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B05DDA94-8059-3559-43DE-68D14EC3C4A3}"/>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5AF16A3D-BB8A-212F-BD35-821142AD15C2}"/>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BABED0BC-C20C-92CB-1BD7-E964EA36CD35}"/>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Sequence Diagram</a:t>
            </a:r>
          </a:p>
        </p:txBody>
      </p:sp>
      <p:sp>
        <p:nvSpPr>
          <p:cNvPr id="8" name="Rounded Rectangle 4">
            <a:extLst>
              <a:ext uri="{FF2B5EF4-FFF2-40B4-BE49-F238E27FC236}">
                <a16:creationId xmlns:a16="http://schemas.microsoft.com/office/drawing/2014/main" id="{ECE423C0-9C8F-5F67-89EE-90513C1CF11D}"/>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0FC5CD94-C6C6-ADB2-D7C7-7BEE153EEB3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A4D228E4-0939-4C1F-5D26-5FAD7EBA91A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63C7EE32-3ABA-D10A-4792-672FBA9110DE}"/>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15</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D8E557FB-2248-06F0-99FD-A90A88EED3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0890" y="1538023"/>
            <a:ext cx="6230219" cy="3781953"/>
          </a:xfrm>
          <a:prstGeom prst="rect">
            <a:avLst/>
          </a:prstGeom>
        </p:spPr>
      </p:pic>
    </p:spTree>
    <p:extLst>
      <p:ext uri="{BB962C8B-B14F-4D97-AF65-F5344CB8AC3E}">
        <p14:creationId xmlns:p14="http://schemas.microsoft.com/office/powerpoint/2010/main" val="59467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ED48-41AA-386D-131B-1B0B2866FD44}"/>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9F84BF15-245F-E9D8-5961-A113B1267DC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2C69B34A-A213-F620-000B-851F04202F40}"/>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EF3E712A-55AE-595D-7A48-62963B6D8CE3}"/>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Output Screens</a:t>
            </a:r>
          </a:p>
        </p:txBody>
      </p:sp>
      <p:sp>
        <p:nvSpPr>
          <p:cNvPr id="8" name="Rounded Rectangle 4">
            <a:extLst>
              <a:ext uri="{FF2B5EF4-FFF2-40B4-BE49-F238E27FC236}">
                <a16:creationId xmlns:a16="http://schemas.microsoft.com/office/drawing/2014/main" id="{88826998-003A-498B-5A2E-D1F1EE2F24B6}"/>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03D355FF-4C30-7EE3-F06E-97232DEA9115}"/>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5898C435-EC03-E8FA-B391-384F08C4F924}"/>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56F061B4-51CD-EF70-2BB5-EE2DFB396420}"/>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16</a:t>
            </a:fld>
            <a:endParaRPr lang="en-IN" altLang="en-US" sz="1200" b="1" dirty="0">
              <a:solidFill>
                <a:srgbClr val="C00000"/>
              </a:solidFill>
            </a:endParaRPr>
          </a:p>
        </p:txBody>
      </p:sp>
      <p:pic>
        <p:nvPicPr>
          <p:cNvPr id="11" name="Picture 10">
            <a:extLst>
              <a:ext uri="{FF2B5EF4-FFF2-40B4-BE49-F238E27FC236}">
                <a16:creationId xmlns:a16="http://schemas.microsoft.com/office/drawing/2014/main" id="{87C001A6-E59C-1E6E-9986-5BB208978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961" y="771525"/>
            <a:ext cx="4638110" cy="5493091"/>
          </a:xfrm>
          <a:prstGeom prst="rect">
            <a:avLst/>
          </a:prstGeom>
        </p:spPr>
      </p:pic>
    </p:spTree>
    <p:extLst>
      <p:ext uri="{BB962C8B-B14F-4D97-AF65-F5344CB8AC3E}">
        <p14:creationId xmlns:p14="http://schemas.microsoft.com/office/powerpoint/2010/main" val="2788284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AA2F6-86AF-DD73-F33F-FE0F5C4D6235}"/>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5A60C8C2-097B-A4BC-8384-478502174AC2}"/>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FAA59CAC-D041-C48B-ED27-10DDCC0902E7}"/>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402A5FF0-07A5-EAB3-F387-05891889A778}"/>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Output Screens</a:t>
            </a:r>
          </a:p>
        </p:txBody>
      </p:sp>
      <p:sp>
        <p:nvSpPr>
          <p:cNvPr id="8" name="Rounded Rectangle 4">
            <a:extLst>
              <a:ext uri="{FF2B5EF4-FFF2-40B4-BE49-F238E27FC236}">
                <a16:creationId xmlns:a16="http://schemas.microsoft.com/office/drawing/2014/main" id="{1ACD99C4-1760-348C-D790-6C0506066E73}"/>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7209832-22DC-EDC4-EA83-9658FFB80184}"/>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5B9602B7-F638-7CB1-100F-8BC8B719942B}"/>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08DBD488-C18C-8CCC-2726-1F05E30868F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17</a:t>
            </a:fld>
            <a:endParaRPr lang="en-IN" altLang="en-US" sz="1200" b="1" dirty="0">
              <a:solidFill>
                <a:srgbClr val="C00000"/>
              </a:solidFill>
            </a:endParaRPr>
          </a:p>
        </p:txBody>
      </p:sp>
      <p:pic>
        <p:nvPicPr>
          <p:cNvPr id="4" name="Picture 3">
            <a:extLst>
              <a:ext uri="{FF2B5EF4-FFF2-40B4-BE49-F238E27FC236}">
                <a16:creationId xmlns:a16="http://schemas.microsoft.com/office/drawing/2014/main" id="{FD15B948-7D07-A999-F4EF-ADF30DCFA6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49" y="581480"/>
            <a:ext cx="5641182" cy="5759587"/>
          </a:xfrm>
          <a:prstGeom prst="rect">
            <a:avLst/>
          </a:prstGeom>
        </p:spPr>
      </p:pic>
    </p:spTree>
    <p:extLst>
      <p:ext uri="{BB962C8B-B14F-4D97-AF65-F5344CB8AC3E}">
        <p14:creationId xmlns:p14="http://schemas.microsoft.com/office/powerpoint/2010/main" val="2132489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D3700-6FA8-5829-9842-29AAFFDD6D79}"/>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054EA0E1-7B7A-3717-477E-3FEC040F2D8A}"/>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595C02EC-B6AA-057C-2F38-42C7957E7550}"/>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F02C468E-54C1-C2AD-0BC6-4716403282DD}"/>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Output Screens</a:t>
            </a:r>
          </a:p>
        </p:txBody>
      </p:sp>
      <p:sp>
        <p:nvSpPr>
          <p:cNvPr id="8" name="Rounded Rectangle 4">
            <a:extLst>
              <a:ext uri="{FF2B5EF4-FFF2-40B4-BE49-F238E27FC236}">
                <a16:creationId xmlns:a16="http://schemas.microsoft.com/office/drawing/2014/main" id="{C5A8BED2-D392-6172-16AB-9572EB9BDE1F}"/>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B51B8B39-9ACE-6CD4-CC3D-E71B6D32F2EE}"/>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00763A8F-E6F5-2A6E-C46D-2463185604A6}"/>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26046352-D76D-74F3-0139-25C7D7D302C8}"/>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18</a:t>
            </a:fld>
            <a:endParaRPr lang="en-IN" altLang="en-US" sz="1200" b="1" dirty="0">
              <a:solidFill>
                <a:srgbClr val="C00000"/>
              </a:solidFill>
            </a:endParaRPr>
          </a:p>
        </p:txBody>
      </p:sp>
      <p:pic>
        <p:nvPicPr>
          <p:cNvPr id="14" name="Picture 13">
            <a:extLst>
              <a:ext uri="{FF2B5EF4-FFF2-40B4-BE49-F238E27FC236}">
                <a16:creationId xmlns:a16="http://schemas.microsoft.com/office/drawing/2014/main" id="{781EB3A2-3DBB-4A00-12B3-133BEC85E1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1577" y="1274455"/>
            <a:ext cx="9871075" cy="4971669"/>
          </a:xfrm>
          <a:prstGeom prst="rect">
            <a:avLst/>
          </a:prstGeom>
        </p:spPr>
      </p:pic>
    </p:spTree>
    <p:extLst>
      <p:ext uri="{BB962C8B-B14F-4D97-AF65-F5344CB8AC3E}">
        <p14:creationId xmlns:p14="http://schemas.microsoft.com/office/powerpoint/2010/main" val="3719292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51044-200A-9836-F3EA-D72B0F4C4A1C}"/>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63059CC3-D1DF-5F6C-AA62-C4672E44679C}"/>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90F0BF26-E386-29EE-1205-71051B40CC3B}"/>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5AD90D82-EFF3-57E3-D8E7-B1F1CE3C69F3}"/>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Output Screens</a:t>
            </a:r>
          </a:p>
        </p:txBody>
      </p:sp>
      <p:sp>
        <p:nvSpPr>
          <p:cNvPr id="8" name="Rounded Rectangle 4">
            <a:extLst>
              <a:ext uri="{FF2B5EF4-FFF2-40B4-BE49-F238E27FC236}">
                <a16:creationId xmlns:a16="http://schemas.microsoft.com/office/drawing/2014/main" id="{F79BCBBC-E52E-C3B6-AC67-E3D04CFCE251}"/>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E41C7EE5-681B-98AF-E6AB-1F8BAE2EAB49}"/>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536E388B-CAA6-BE14-D97E-ACC30CD9CAA9}"/>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3E51B247-C9ED-68DD-7FD0-2F4A8A809081}"/>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19</a:t>
            </a:fld>
            <a:endParaRPr lang="en-IN" altLang="en-US" sz="1200" b="1" dirty="0">
              <a:solidFill>
                <a:srgbClr val="C00000"/>
              </a:solidFill>
            </a:endParaRPr>
          </a:p>
        </p:txBody>
      </p:sp>
      <p:pic>
        <p:nvPicPr>
          <p:cNvPr id="18" name="Picture 17">
            <a:extLst>
              <a:ext uri="{FF2B5EF4-FFF2-40B4-BE49-F238E27FC236}">
                <a16:creationId xmlns:a16="http://schemas.microsoft.com/office/drawing/2014/main" id="{710E471E-A857-7FA4-38EE-EB90C3CC2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7287" y="1382955"/>
            <a:ext cx="9946639" cy="4725746"/>
          </a:xfrm>
          <a:prstGeom prst="rect">
            <a:avLst/>
          </a:prstGeom>
        </p:spPr>
      </p:pic>
    </p:spTree>
    <p:extLst>
      <p:ext uri="{BB962C8B-B14F-4D97-AF65-F5344CB8AC3E}">
        <p14:creationId xmlns:p14="http://schemas.microsoft.com/office/powerpoint/2010/main" val="2563033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5D68-15B8-F152-BF83-5344E85A237D}"/>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A9AC2B76-21A9-C1B5-52B6-65AC24965389}"/>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DB6C94AE-CB99-7DC7-38E0-6D02A3A3E73F}"/>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060C79C8-B8A5-025D-D407-A16C33A3D70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Output Screens</a:t>
            </a:r>
          </a:p>
        </p:txBody>
      </p:sp>
      <p:sp>
        <p:nvSpPr>
          <p:cNvPr id="8" name="Rounded Rectangle 4">
            <a:extLst>
              <a:ext uri="{FF2B5EF4-FFF2-40B4-BE49-F238E27FC236}">
                <a16:creationId xmlns:a16="http://schemas.microsoft.com/office/drawing/2014/main" id="{B1FEAE0B-7A2F-2E52-B0A0-55FC864FE9D6}"/>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AC4A668C-E869-CE02-1BBF-FCDC90968AC7}"/>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D744D3CD-EA25-6B2E-5886-61BE78CCFF22}"/>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EAE707A2-D45E-A4FA-B6C2-077676E8A40A}"/>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20</a:t>
            </a:fld>
            <a:endParaRPr lang="en-IN" altLang="en-US" sz="1200" b="1" dirty="0">
              <a:solidFill>
                <a:srgbClr val="C00000"/>
              </a:solidFill>
            </a:endParaRPr>
          </a:p>
        </p:txBody>
      </p:sp>
      <p:pic>
        <p:nvPicPr>
          <p:cNvPr id="16" name="Picture 15">
            <a:extLst>
              <a:ext uri="{FF2B5EF4-FFF2-40B4-BE49-F238E27FC236}">
                <a16:creationId xmlns:a16="http://schemas.microsoft.com/office/drawing/2014/main" id="{CCA3315A-682D-8157-4933-293422C42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3256" y="1423624"/>
            <a:ext cx="9516519" cy="4437791"/>
          </a:xfrm>
          <a:prstGeom prst="rect">
            <a:avLst/>
          </a:prstGeom>
        </p:spPr>
      </p:pic>
    </p:spTree>
    <p:extLst>
      <p:ext uri="{BB962C8B-B14F-4D97-AF65-F5344CB8AC3E}">
        <p14:creationId xmlns:p14="http://schemas.microsoft.com/office/powerpoint/2010/main" val="161100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7CE3F-206B-FF66-7E85-B9F6D28177A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6E3394D2-240C-293F-84BC-AAE51C7D2721}"/>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E80F305C-6A20-3C54-6036-58C2818B1303}"/>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III Year – II Sem | Dept of Computational Intelligence| Application Development – II | Project Review</a:t>
            </a:r>
          </a:p>
        </p:txBody>
      </p:sp>
      <p:sp>
        <p:nvSpPr>
          <p:cNvPr id="3" name="Title 1">
            <a:extLst>
              <a:ext uri="{FF2B5EF4-FFF2-40B4-BE49-F238E27FC236}">
                <a16:creationId xmlns:a16="http://schemas.microsoft.com/office/drawing/2014/main" id="{2017B7A6-5107-0E28-C1DA-BE5B96CA35EE}"/>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Conclusion</a:t>
            </a:r>
          </a:p>
        </p:txBody>
      </p:sp>
      <p:sp>
        <p:nvSpPr>
          <p:cNvPr id="8" name="Rounded Rectangle 4">
            <a:extLst>
              <a:ext uri="{FF2B5EF4-FFF2-40B4-BE49-F238E27FC236}">
                <a16:creationId xmlns:a16="http://schemas.microsoft.com/office/drawing/2014/main" id="{4DB72A4E-F177-F103-6B2D-05C1D30CDEF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BF664F33-1364-C0BA-2506-3C1C6FF2C96C}"/>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315ED282-95CD-1819-0B6F-AAEF5D5D0C5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4D9ECAC6-C86B-BD47-DFDC-E3351740CA7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21</a:t>
            </a:fld>
            <a:endParaRPr lang="en-IN" altLang="en-US" sz="1200" b="1" dirty="0">
              <a:solidFill>
                <a:srgbClr val="C00000"/>
              </a:solidFill>
            </a:endParaRPr>
          </a:p>
        </p:txBody>
      </p:sp>
      <p:sp>
        <p:nvSpPr>
          <p:cNvPr id="2" name="Content Placeholder 2">
            <a:extLst>
              <a:ext uri="{FF2B5EF4-FFF2-40B4-BE49-F238E27FC236}">
                <a16:creationId xmlns:a16="http://schemas.microsoft.com/office/drawing/2014/main" id="{5B1BB66E-B7B9-A665-4512-B2CB160CAAC2}"/>
              </a:ext>
            </a:extLst>
          </p:cNvPr>
          <p:cNvSpPr txBox="1">
            <a:spLocks/>
          </p:cNvSpPr>
          <p:nvPr/>
        </p:nvSpPr>
        <p:spPr>
          <a:xfrm>
            <a:off x="901382" y="1274456"/>
            <a:ext cx="10405110" cy="5189120"/>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600" dirty="0">
                <a:latin typeface="Times New Roman" panose="02020603050405020304" pitchFamily="18" charset="0"/>
                <a:cs typeface="Times New Roman" panose="02020603050405020304" pitchFamily="18" charset="0"/>
              </a:rPr>
              <a:t>The Live Language Translator webapp is a user-friendly chat platform that helps people from different countries talk to each other, even if they don’t speak the same language. It automatically translates messages in real time, so conversations feel smooth and natural, just like chatting on WhatsApp or Messenger. Built with Python and smart language technology (NLP), it makes global communication easy and instant — perfect for travel, teamwork, learning new languages, or making new friends around the world.</a:t>
            </a:r>
            <a:endParaRPr lang="en-US" alt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143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1434</Words>
  <Application>Microsoft Office PowerPoint</Application>
  <PresentationFormat>Widescreen</PresentationFormat>
  <Paragraphs>130</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Rounded MT Bold</vt:lpstr>
      <vt:lpstr>Calibri</vt:lpstr>
      <vt:lpstr>Calibri Light</vt:lpstr>
      <vt:lpstr>Times New Roman</vt:lpstr>
      <vt:lpstr>Office Theme</vt:lpstr>
      <vt:lpstr>MALLAREDDY COLLEGE OF ENGINEERING &amp; TECHNOLOGY (AUTONOMUS INSTITUTION –UGC, GOVT. OF INDIA) Affiliated to JNTUH; Approved by AICTE, NBA-Tier 1 &amp; NAAC with A-GRADE| ISO 9001:2015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MALLAREDDY COLLEGE OF ENGINEERING &amp; TECHNOLOGY (AUTONOMUS INSTITUTION –UGC, GOVT. OF INDIA) Affiliated to JNTUH; Approved by AICTE, NBA-Tier 1 &amp; NAAC with A-GRADE| ISO 9001:2015</dc:title>
  <dc:creator>supreeth kumar</dc:creator>
  <cp:lastModifiedBy>Bochkar Nikhith</cp:lastModifiedBy>
  <cp:revision>24</cp:revision>
  <dcterms:created xsi:type="dcterms:W3CDTF">2025-02-21T15:42:40Z</dcterms:created>
  <dcterms:modified xsi:type="dcterms:W3CDTF">2025-11-11T10:50:40Z</dcterms:modified>
</cp:coreProperties>
</file>